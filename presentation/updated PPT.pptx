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Lst>
  <p:notesMasterIdLst>
    <p:notesMasterId r:id="rId10"/>
  </p:notesMasterIdLst>
  <p:sldIdLst>
    <p:sldId id="257" r:id="rId2"/>
    <p:sldId id="258" r:id="rId3"/>
    <p:sldId id="259" r:id="rId4"/>
    <p:sldId id="265" r:id="rId5"/>
    <p:sldId id="262" r:id="rId6"/>
    <p:sldId id="263" r:id="rId7"/>
    <p:sldId id="260" r:id="rId8"/>
    <p:sldId id="264" r:id="rId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orient="horz" pos="3249">
          <p15:clr>
            <a:srgbClr val="A4A3A4"/>
          </p15:clr>
        </p15:guide>
        <p15:guide id="4" pos="7068">
          <p15:clr>
            <a:srgbClr val="A4A3A4"/>
          </p15:clr>
        </p15:guide>
        <p15:guide id="5" orient="horz" pos="13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10219B-C1CD-444E-9C4B-3D0D534EF7F5}" v="4" dt="2025-12-12T06:04:52.046"/>
    <p1510:client id="{71D8D3CA-0E4E-4E9A-9FA3-9461E9985C1D}" v="4" dt="2025-12-12T06:08:45.144"/>
    <p1510:client id="{9E34CF4E-5A34-4C14-A44E-6336FB96E828}" v="58" dt="2025-12-12T06:08:27.4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78" y="120"/>
      </p:cViewPr>
      <p:guideLst>
        <p:guide orient="horz" pos="2160"/>
        <p:guide pos="3840"/>
        <p:guide orient="horz" pos="3249"/>
        <p:guide pos="7068"/>
        <p:guide orient="horz" pos="13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likert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endParaRPr/>
          </a:p>
          <a:p>
            <a:pPr marL="0" lvl="0" indent="0" algn="l" rtl="0">
              <a:spcBef>
                <a:spcPts val="0"/>
              </a:spcBef>
              <a:spcAft>
                <a:spcPts val="0"/>
              </a:spcAft>
              <a:buNone/>
            </a:pPr>
            <a:endParaRPr/>
          </a:p>
          <a:p>
            <a:pPr marL="0" lvl="0" indent="0" algn="l" rtl="0">
              <a:spcBef>
                <a:spcPts val="0"/>
              </a:spcBef>
              <a:spcAft>
                <a:spcPts val="0"/>
              </a:spcAft>
              <a:buNone/>
            </a:pPr>
            <a:r>
              <a:rPr lang="en-GB"/>
              <a:t>You will get only one opportunity to present your Research Question ahead of the submission date.  Have your questions ready, and be ready to take notes on feedback.</a:t>
            </a:r>
            <a:endParaRPr/>
          </a:p>
        </p:txBody>
      </p:sp>
      <p:sp>
        <p:nvSpPr>
          <p:cNvPr id="102" name="Google Shape;10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F5EB45A7-5AC8-40B5-232A-FD9FB9C89351}"/>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F22840F7-2AED-5799-5D11-9F7846B6399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4:notes">
            <a:extLst>
              <a:ext uri="{FF2B5EF4-FFF2-40B4-BE49-F238E27FC236}">
                <a16:creationId xmlns:a16="http://schemas.microsoft.com/office/drawing/2014/main" id="{B82C1FAE-5623-FF8E-A402-21595DE1C1C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4:notes">
            <a:extLst>
              <a:ext uri="{FF2B5EF4-FFF2-40B4-BE49-F238E27FC236}">
                <a16:creationId xmlns:a16="http://schemas.microsoft.com/office/drawing/2014/main" id="{049ABC49-2F0E-94D5-75B9-B142708858C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a:t>
            </a:fld>
            <a:endParaRPr/>
          </a:p>
        </p:txBody>
      </p:sp>
    </p:spTree>
    <p:extLst>
      <p:ext uri="{BB962C8B-B14F-4D97-AF65-F5344CB8AC3E}">
        <p14:creationId xmlns:p14="http://schemas.microsoft.com/office/powerpoint/2010/main" val="15424177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F7FCDDA4-C9D7-6020-AAA6-3CE05E94DEEF}"/>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FB5579C3-31CE-2B11-74C5-A91D42B009D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4:notes">
            <a:extLst>
              <a:ext uri="{FF2B5EF4-FFF2-40B4-BE49-F238E27FC236}">
                <a16:creationId xmlns:a16="http://schemas.microsoft.com/office/drawing/2014/main" id="{E2838035-B474-9589-2BB1-05FC3F61EF8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4:notes">
            <a:extLst>
              <a:ext uri="{FF2B5EF4-FFF2-40B4-BE49-F238E27FC236}">
                <a16:creationId xmlns:a16="http://schemas.microsoft.com/office/drawing/2014/main" id="{7BFAF3A1-8067-3BCB-4603-E9F07D0EAAA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a:t>
            </a:fld>
            <a:endParaRPr/>
          </a:p>
        </p:txBody>
      </p:sp>
    </p:spTree>
    <p:extLst>
      <p:ext uri="{BB962C8B-B14F-4D97-AF65-F5344CB8AC3E}">
        <p14:creationId xmlns:p14="http://schemas.microsoft.com/office/powerpoint/2010/main" val="14647006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4D180D58-6E46-2B3B-CECE-AB07A9DD27B1}"/>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9E30EC32-1053-2A07-F041-36DE0ADD3C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4:notes">
            <a:extLst>
              <a:ext uri="{FF2B5EF4-FFF2-40B4-BE49-F238E27FC236}">
                <a16:creationId xmlns:a16="http://schemas.microsoft.com/office/drawing/2014/main" id="{2C807E1E-2B88-BDFA-6D40-E4EBD52B041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4:notes">
            <a:extLst>
              <a:ext uri="{FF2B5EF4-FFF2-40B4-BE49-F238E27FC236}">
                <a16:creationId xmlns:a16="http://schemas.microsoft.com/office/drawing/2014/main" id="{39B0FFC9-9D97-0A0C-8FE9-AE7BC998DAC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a:t>
            </a:fld>
            <a:endParaRPr/>
          </a:p>
        </p:txBody>
      </p:sp>
    </p:spTree>
    <p:extLst>
      <p:ext uri="{BB962C8B-B14F-4D97-AF65-F5344CB8AC3E}">
        <p14:creationId xmlns:p14="http://schemas.microsoft.com/office/powerpoint/2010/main" val="25310960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811913E7-ED55-B4F9-F8E8-A6A0E58BCFF0}"/>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CC0CB1BB-CD4A-98F4-D45E-C023CFE1CFA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4:notes">
            <a:extLst>
              <a:ext uri="{FF2B5EF4-FFF2-40B4-BE49-F238E27FC236}">
                <a16:creationId xmlns:a16="http://schemas.microsoft.com/office/drawing/2014/main" id="{423D975A-0C3C-7EC0-62AC-DF5C07CC242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4:notes">
            <a:extLst>
              <a:ext uri="{FF2B5EF4-FFF2-40B4-BE49-F238E27FC236}">
                <a16:creationId xmlns:a16="http://schemas.microsoft.com/office/drawing/2014/main" id="{5ABB8A39-F439-1F7D-00EB-45CC1450740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8</a:t>
            </a:fld>
            <a:endParaRPr/>
          </a:p>
        </p:txBody>
      </p:sp>
    </p:spTree>
    <p:extLst>
      <p:ext uri="{BB962C8B-B14F-4D97-AF65-F5344CB8AC3E}">
        <p14:creationId xmlns:p14="http://schemas.microsoft.com/office/powerpoint/2010/main" val="28797187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page">
  <p:cSld name="Title page">
    <p:bg>
      <p:bgPr>
        <a:solidFill>
          <a:schemeClr val="lt1"/>
        </a:solidFill>
        <a:effectLst/>
      </p:bgPr>
    </p:bg>
    <p:spTree>
      <p:nvGrpSpPr>
        <p:cNvPr id="1" name="Shape 14"/>
        <p:cNvGrpSpPr/>
        <p:nvPr/>
      </p:nvGrpSpPr>
      <p:grpSpPr>
        <a:xfrm>
          <a:off x="0" y="0"/>
          <a:ext cx="0" cy="0"/>
          <a:chOff x="0" y="0"/>
          <a:chExt cx="0" cy="0"/>
        </a:xfrm>
      </p:grpSpPr>
      <p:sp>
        <p:nvSpPr>
          <p:cNvPr id="15" name="Google Shape;15;p2"/>
          <p:cNvSpPr txBox="1">
            <a:spLocks noGrp="1"/>
          </p:cNvSpPr>
          <p:nvPr>
            <p:ph type="subTitle" idx="1"/>
          </p:nvPr>
        </p:nvSpPr>
        <p:spPr>
          <a:xfrm>
            <a:off x="954000" y="1890000"/>
            <a:ext cx="7200000" cy="36000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2"/>
              </a:buClr>
              <a:buSzPts val="3600"/>
              <a:buNone/>
              <a:defRPr sz="3600" b="1">
                <a:solidFill>
                  <a:schemeClr val="dk2"/>
                </a:solidFill>
              </a:defRPr>
            </a:lvl1pPr>
            <a:lvl2pPr lvl="1" algn="ctr">
              <a:lnSpc>
                <a:spcPct val="144000"/>
              </a:lnSpc>
              <a:spcBef>
                <a:spcPts val="992"/>
              </a:spcBef>
              <a:spcAft>
                <a:spcPts val="0"/>
              </a:spcAft>
              <a:buClr>
                <a:srgbClr val="203232"/>
              </a:buClr>
              <a:buSzPts val="2000"/>
              <a:buNone/>
              <a:defRPr sz="2000"/>
            </a:lvl2pPr>
            <a:lvl3pPr lvl="2" algn="ctr">
              <a:lnSpc>
                <a:spcPct val="160000"/>
              </a:lnSpc>
              <a:spcBef>
                <a:spcPts val="992"/>
              </a:spcBef>
              <a:spcAft>
                <a:spcPts val="0"/>
              </a:spcAft>
              <a:buClr>
                <a:srgbClr val="203232"/>
              </a:buClr>
              <a:buSzPts val="1800"/>
              <a:buNone/>
              <a:defRPr sz="1800"/>
            </a:lvl3pPr>
            <a:lvl4pPr lvl="3" algn="ctr">
              <a:lnSpc>
                <a:spcPct val="135000"/>
              </a:lnSpc>
              <a:spcBef>
                <a:spcPts val="992"/>
              </a:spcBef>
              <a:spcAft>
                <a:spcPts val="0"/>
              </a:spcAft>
              <a:buClr>
                <a:srgbClr val="203232"/>
              </a:buClr>
              <a:buSzPts val="1600"/>
              <a:buNone/>
              <a:defRPr sz="1600"/>
            </a:lvl4pPr>
            <a:lvl5pPr lvl="4" algn="ctr">
              <a:lnSpc>
                <a:spcPct val="135000"/>
              </a:lnSpc>
              <a:spcBef>
                <a:spcPts val="0"/>
              </a:spcBef>
              <a:spcAft>
                <a:spcPts val="0"/>
              </a:spcAft>
              <a:buClr>
                <a:srgbClr val="20323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6" name="Google Shape;16;p2"/>
          <p:cNvSpPr txBox="1">
            <a:spLocks noGrp="1"/>
          </p:cNvSpPr>
          <p:nvPr>
            <p:ph type="ftr" idx="11"/>
          </p:nvPr>
        </p:nvSpPr>
        <p:spPr>
          <a:xfrm>
            <a:off x="965289" y="791022"/>
            <a:ext cx="7176911" cy="230832"/>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solidFill>
                  <a:srgbClr val="8F989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sldNum" idx="12"/>
          </p:nvPr>
        </p:nvSpPr>
        <p:spPr>
          <a:xfrm>
            <a:off x="10616400" y="791022"/>
            <a:ext cx="622800" cy="230832"/>
          </a:xfrm>
          <a:prstGeom prst="rect">
            <a:avLst/>
          </a:prstGeom>
          <a:noFill/>
          <a:ln>
            <a:noFill/>
          </a:ln>
        </p:spPr>
        <p:txBody>
          <a:bodyPr spcFirstLastPara="1" wrap="square" lIns="0" tIns="0" rIns="0" bIns="0" anchor="t" anchorCtr="0">
            <a:noAutofit/>
          </a:bodyPr>
          <a:lstStyle>
            <a:lvl1pPr marL="0" lvl="0" indent="0" algn="r">
              <a:spcBef>
                <a:spcPts val="0"/>
              </a:spcBef>
              <a:buNone/>
              <a:defRPr sz="1500" b="1" i="0" u="none" strike="noStrike" cap="none">
                <a:solidFill>
                  <a:srgbClr val="8F9898"/>
                </a:solidFill>
                <a:latin typeface="Arial"/>
                <a:ea typeface="Arial"/>
                <a:cs typeface="Arial"/>
                <a:sym typeface="Arial"/>
              </a:defRPr>
            </a:lvl1pPr>
            <a:lvl2pPr marL="0" lvl="1" indent="0" algn="r">
              <a:spcBef>
                <a:spcPts val="0"/>
              </a:spcBef>
              <a:buNone/>
              <a:defRPr sz="1500" b="1" i="0" u="none" strike="noStrike" cap="none">
                <a:solidFill>
                  <a:srgbClr val="8F9898"/>
                </a:solidFill>
                <a:latin typeface="Arial"/>
                <a:ea typeface="Arial"/>
                <a:cs typeface="Arial"/>
                <a:sym typeface="Arial"/>
              </a:defRPr>
            </a:lvl2pPr>
            <a:lvl3pPr marL="0" lvl="2" indent="0" algn="r">
              <a:spcBef>
                <a:spcPts val="0"/>
              </a:spcBef>
              <a:buNone/>
              <a:defRPr sz="1500" b="1" i="0" u="none" strike="noStrike" cap="none">
                <a:solidFill>
                  <a:srgbClr val="8F9898"/>
                </a:solidFill>
                <a:latin typeface="Arial"/>
                <a:ea typeface="Arial"/>
                <a:cs typeface="Arial"/>
                <a:sym typeface="Arial"/>
              </a:defRPr>
            </a:lvl3pPr>
            <a:lvl4pPr marL="0" lvl="3" indent="0" algn="r">
              <a:spcBef>
                <a:spcPts val="0"/>
              </a:spcBef>
              <a:buNone/>
              <a:defRPr sz="1500" b="1" i="0" u="none" strike="noStrike" cap="none">
                <a:solidFill>
                  <a:srgbClr val="8F9898"/>
                </a:solidFill>
                <a:latin typeface="Arial"/>
                <a:ea typeface="Arial"/>
                <a:cs typeface="Arial"/>
                <a:sym typeface="Arial"/>
              </a:defRPr>
            </a:lvl4pPr>
            <a:lvl5pPr marL="0" lvl="4" indent="0" algn="r">
              <a:spcBef>
                <a:spcPts val="0"/>
              </a:spcBef>
              <a:buNone/>
              <a:defRPr sz="1500" b="1" i="0" u="none" strike="noStrike" cap="none">
                <a:solidFill>
                  <a:srgbClr val="8F9898"/>
                </a:solidFill>
                <a:latin typeface="Arial"/>
                <a:ea typeface="Arial"/>
                <a:cs typeface="Arial"/>
                <a:sym typeface="Arial"/>
              </a:defRPr>
            </a:lvl5pPr>
            <a:lvl6pPr marL="0" lvl="5" indent="0" algn="r">
              <a:spcBef>
                <a:spcPts val="0"/>
              </a:spcBef>
              <a:buNone/>
              <a:defRPr sz="1500" b="1" i="0" u="none" strike="noStrike" cap="none">
                <a:solidFill>
                  <a:srgbClr val="8F9898"/>
                </a:solidFill>
                <a:latin typeface="Arial"/>
                <a:ea typeface="Arial"/>
                <a:cs typeface="Arial"/>
                <a:sym typeface="Arial"/>
              </a:defRPr>
            </a:lvl6pPr>
            <a:lvl7pPr marL="0" lvl="6" indent="0" algn="r">
              <a:spcBef>
                <a:spcPts val="0"/>
              </a:spcBef>
              <a:buNone/>
              <a:defRPr sz="1500" b="1" i="0" u="none" strike="noStrike" cap="none">
                <a:solidFill>
                  <a:srgbClr val="8F9898"/>
                </a:solidFill>
                <a:latin typeface="Arial"/>
                <a:ea typeface="Arial"/>
                <a:cs typeface="Arial"/>
                <a:sym typeface="Arial"/>
              </a:defRPr>
            </a:lvl7pPr>
            <a:lvl8pPr marL="0" lvl="7" indent="0" algn="r">
              <a:spcBef>
                <a:spcPts val="0"/>
              </a:spcBef>
              <a:buNone/>
              <a:defRPr sz="1500" b="1" i="0" u="none" strike="noStrike" cap="none">
                <a:solidFill>
                  <a:srgbClr val="8F9898"/>
                </a:solidFill>
                <a:latin typeface="Arial"/>
                <a:ea typeface="Arial"/>
                <a:cs typeface="Arial"/>
                <a:sym typeface="Arial"/>
              </a:defRPr>
            </a:lvl8pPr>
            <a:lvl9pPr marL="0" lvl="8" indent="0" algn="r">
              <a:spcBef>
                <a:spcPts val="0"/>
              </a:spcBef>
              <a:buNone/>
              <a:defRPr sz="1500" b="1" i="0" u="none" strike="noStrike" cap="none">
                <a:solidFill>
                  <a:srgbClr val="8F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8" name="Google Shape;18;p2"/>
          <p:cNvSpPr txBox="1">
            <a:spLocks noGrp="1"/>
          </p:cNvSpPr>
          <p:nvPr>
            <p:ph type="ctrTitle"/>
          </p:nvPr>
        </p:nvSpPr>
        <p:spPr>
          <a:xfrm>
            <a:off x="953999" y="2579715"/>
            <a:ext cx="10031157" cy="2160000"/>
          </a:xfrm>
          <a:prstGeom prst="rect">
            <a:avLst/>
          </a:prstGeom>
          <a:noFill/>
          <a:ln>
            <a:noFill/>
          </a:ln>
        </p:spPr>
        <p:txBody>
          <a:bodyPr spcFirstLastPara="1" wrap="square" lIns="0" tIns="0" rIns="0" bIns="0" anchor="t" anchorCtr="0">
            <a:normAutofit/>
          </a:bodyPr>
          <a:lstStyle>
            <a:lvl1pPr lvl="0" algn="l">
              <a:lnSpc>
                <a:spcPct val="106666"/>
              </a:lnSpc>
              <a:spcBef>
                <a:spcPts val="0"/>
              </a:spcBef>
              <a:spcAft>
                <a:spcPts val="0"/>
              </a:spcAft>
              <a:buClr>
                <a:schemeClr val="dk1"/>
              </a:buClr>
              <a:buSzPts val="7500"/>
              <a:buFont typeface="Arial"/>
              <a:buNone/>
              <a:defRPr sz="7500"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
          <p:cNvSpPr/>
          <p:nvPr/>
        </p:nvSpPr>
        <p:spPr>
          <a:xfrm>
            <a:off x="0" y="0"/>
            <a:ext cx="12192000" cy="140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accent1"/>
              </a:solidFill>
              <a:latin typeface="Arial"/>
              <a:ea typeface="Arial"/>
              <a:cs typeface="Arial"/>
              <a:sym typeface="Arial"/>
            </a:endParaRPr>
          </a:p>
        </p:txBody>
      </p:sp>
      <p:pic>
        <p:nvPicPr>
          <p:cNvPr id="20" name="Google Shape;20;p2"/>
          <p:cNvPicPr preferRelativeResize="0"/>
          <p:nvPr/>
        </p:nvPicPr>
        <p:blipFill rotWithShape="1">
          <a:blip r:embed="rId2">
            <a:alphaModFix/>
          </a:blip>
          <a:srcRect/>
          <a:stretch/>
        </p:blipFill>
        <p:spPr>
          <a:xfrm>
            <a:off x="953998" y="5517266"/>
            <a:ext cx="2244881" cy="39690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divider" type="title">
  <p:cSld name="TITLE">
    <p:bg>
      <p:bgPr>
        <a:solidFill>
          <a:schemeClr val="accent1"/>
        </a:solidFill>
        <a:effectLst/>
      </p:bgPr>
    </p:bg>
    <p:spTree>
      <p:nvGrpSpPr>
        <p:cNvPr id="1" name="Shape 21"/>
        <p:cNvGrpSpPr/>
        <p:nvPr/>
      </p:nvGrpSpPr>
      <p:grpSpPr>
        <a:xfrm>
          <a:off x="0" y="0"/>
          <a:ext cx="0" cy="0"/>
          <a:chOff x="0" y="0"/>
          <a:chExt cx="0" cy="0"/>
        </a:xfrm>
      </p:grpSpPr>
      <p:sp>
        <p:nvSpPr>
          <p:cNvPr id="22" name="Google Shape;22;p3"/>
          <p:cNvSpPr txBox="1">
            <a:spLocks noGrp="1"/>
          </p:cNvSpPr>
          <p:nvPr>
            <p:ph type="ctrTitle"/>
          </p:nvPr>
        </p:nvSpPr>
        <p:spPr>
          <a:xfrm>
            <a:off x="953999" y="2579715"/>
            <a:ext cx="10031157" cy="2160000"/>
          </a:xfrm>
          <a:prstGeom prst="rect">
            <a:avLst/>
          </a:prstGeom>
          <a:noFill/>
          <a:ln>
            <a:noFill/>
          </a:ln>
        </p:spPr>
        <p:txBody>
          <a:bodyPr spcFirstLastPara="1" wrap="square" lIns="0" tIns="0" rIns="0" bIns="0" anchor="t" anchorCtr="0">
            <a:normAutofit/>
          </a:bodyPr>
          <a:lstStyle>
            <a:lvl1pPr lvl="0" algn="l">
              <a:lnSpc>
                <a:spcPct val="106666"/>
              </a:lnSpc>
              <a:spcBef>
                <a:spcPts val="0"/>
              </a:spcBef>
              <a:spcAft>
                <a:spcPts val="0"/>
              </a:spcAft>
              <a:buClr>
                <a:schemeClr val="lt1"/>
              </a:buClr>
              <a:buSzPts val="7500"/>
              <a:buFont typeface="Arial"/>
              <a:buNone/>
              <a:defRPr sz="75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subTitle" idx="1"/>
          </p:nvPr>
        </p:nvSpPr>
        <p:spPr>
          <a:xfrm>
            <a:off x="954000" y="1890000"/>
            <a:ext cx="10031156" cy="36000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600"/>
              <a:buNone/>
              <a:defRPr sz="3600" b="1">
                <a:solidFill>
                  <a:schemeClr val="lt1"/>
                </a:solidFill>
              </a:defRPr>
            </a:lvl1pPr>
            <a:lvl2pPr lvl="1" algn="ctr">
              <a:lnSpc>
                <a:spcPct val="144000"/>
              </a:lnSpc>
              <a:spcBef>
                <a:spcPts val="992"/>
              </a:spcBef>
              <a:spcAft>
                <a:spcPts val="0"/>
              </a:spcAft>
              <a:buClr>
                <a:srgbClr val="203232"/>
              </a:buClr>
              <a:buSzPts val="2000"/>
              <a:buNone/>
              <a:defRPr sz="2000"/>
            </a:lvl2pPr>
            <a:lvl3pPr lvl="2" algn="ctr">
              <a:lnSpc>
                <a:spcPct val="160000"/>
              </a:lnSpc>
              <a:spcBef>
                <a:spcPts val="992"/>
              </a:spcBef>
              <a:spcAft>
                <a:spcPts val="0"/>
              </a:spcAft>
              <a:buClr>
                <a:srgbClr val="203232"/>
              </a:buClr>
              <a:buSzPts val="1800"/>
              <a:buNone/>
              <a:defRPr sz="1800"/>
            </a:lvl3pPr>
            <a:lvl4pPr lvl="3" algn="ctr">
              <a:lnSpc>
                <a:spcPct val="135000"/>
              </a:lnSpc>
              <a:spcBef>
                <a:spcPts val="992"/>
              </a:spcBef>
              <a:spcAft>
                <a:spcPts val="0"/>
              </a:spcAft>
              <a:buClr>
                <a:srgbClr val="203232"/>
              </a:buClr>
              <a:buSzPts val="1600"/>
              <a:buNone/>
              <a:defRPr sz="1600"/>
            </a:lvl4pPr>
            <a:lvl5pPr lvl="4" algn="ctr">
              <a:lnSpc>
                <a:spcPct val="135000"/>
              </a:lnSpc>
              <a:spcBef>
                <a:spcPts val="0"/>
              </a:spcBef>
              <a:spcAft>
                <a:spcPts val="0"/>
              </a:spcAft>
              <a:buClr>
                <a:srgbClr val="20323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3"/>
          <p:cNvSpPr txBox="1">
            <a:spLocks noGrp="1"/>
          </p:cNvSpPr>
          <p:nvPr>
            <p:ph type="ftr" idx="11"/>
          </p:nvPr>
        </p:nvSpPr>
        <p:spPr>
          <a:xfrm>
            <a:off x="965289" y="779733"/>
            <a:ext cx="7176911" cy="230832"/>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10616400" y="779733"/>
            <a:ext cx="622800" cy="230832"/>
          </a:xfrm>
          <a:prstGeom prst="rect">
            <a:avLst/>
          </a:prstGeom>
          <a:noFill/>
          <a:ln>
            <a:noFill/>
          </a:ln>
        </p:spPr>
        <p:txBody>
          <a:bodyPr spcFirstLastPara="1" wrap="square" lIns="0" tIns="0" rIns="0" bIns="0" anchor="t" anchorCtr="0">
            <a:noAutofit/>
          </a:bodyPr>
          <a:lstStyle>
            <a:lvl1pPr marL="0" lvl="0" indent="0" algn="r">
              <a:spcBef>
                <a:spcPts val="0"/>
              </a:spcBef>
              <a:buNone/>
              <a:defRPr sz="1500" b="1">
                <a:solidFill>
                  <a:schemeClr val="lt1"/>
                </a:solidFill>
                <a:latin typeface="Arial"/>
                <a:ea typeface="Arial"/>
                <a:cs typeface="Arial"/>
                <a:sym typeface="Arial"/>
              </a:defRPr>
            </a:lvl1pPr>
            <a:lvl2pPr marL="0" lvl="1" indent="0" algn="r">
              <a:spcBef>
                <a:spcPts val="0"/>
              </a:spcBef>
              <a:buNone/>
              <a:defRPr sz="1500" b="1">
                <a:solidFill>
                  <a:schemeClr val="lt1"/>
                </a:solidFill>
                <a:latin typeface="Arial"/>
                <a:ea typeface="Arial"/>
                <a:cs typeface="Arial"/>
                <a:sym typeface="Arial"/>
              </a:defRPr>
            </a:lvl2pPr>
            <a:lvl3pPr marL="0" lvl="2" indent="0" algn="r">
              <a:spcBef>
                <a:spcPts val="0"/>
              </a:spcBef>
              <a:buNone/>
              <a:defRPr sz="1500" b="1">
                <a:solidFill>
                  <a:schemeClr val="lt1"/>
                </a:solidFill>
                <a:latin typeface="Arial"/>
                <a:ea typeface="Arial"/>
                <a:cs typeface="Arial"/>
                <a:sym typeface="Arial"/>
              </a:defRPr>
            </a:lvl3pPr>
            <a:lvl4pPr marL="0" lvl="3" indent="0" algn="r">
              <a:spcBef>
                <a:spcPts val="0"/>
              </a:spcBef>
              <a:buNone/>
              <a:defRPr sz="1500" b="1">
                <a:solidFill>
                  <a:schemeClr val="lt1"/>
                </a:solidFill>
                <a:latin typeface="Arial"/>
                <a:ea typeface="Arial"/>
                <a:cs typeface="Arial"/>
                <a:sym typeface="Arial"/>
              </a:defRPr>
            </a:lvl4pPr>
            <a:lvl5pPr marL="0" lvl="4" indent="0" algn="r">
              <a:spcBef>
                <a:spcPts val="0"/>
              </a:spcBef>
              <a:buNone/>
              <a:defRPr sz="1500" b="1">
                <a:solidFill>
                  <a:schemeClr val="lt1"/>
                </a:solidFill>
                <a:latin typeface="Arial"/>
                <a:ea typeface="Arial"/>
                <a:cs typeface="Arial"/>
                <a:sym typeface="Arial"/>
              </a:defRPr>
            </a:lvl5pPr>
            <a:lvl6pPr marL="0" lvl="5" indent="0" algn="r">
              <a:spcBef>
                <a:spcPts val="0"/>
              </a:spcBef>
              <a:buNone/>
              <a:defRPr sz="1500" b="1">
                <a:solidFill>
                  <a:schemeClr val="lt1"/>
                </a:solidFill>
                <a:latin typeface="Arial"/>
                <a:ea typeface="Arial"/>
                <a:cs typeface="Arial"/>
                <a:sym typeface="Arial"/>
              </a:defRPr>
            </a:lvl6pPr>
            <a:lvl7pPr marL="0" lvl="6" indent="0" algn="r">
              <a:spcBef>
                <a:spcPts val="0"/>
              </a:spcBef>
              <a:buNone/>
              <a:defRPr sz="1500" b="1">
                <a:solidFill>
                  <a:schemeClr val="lt1"/>
                </a:solidFill>
                <a:latin typeface="Arial"/>
                <a:ea typeface="Arial"/>
                <a:cs typeface="Arial"/>
                <a:sym typeface="Arial"/>
              </a:defRPr>
            </a:lvl7pPr>
            <a:lvl8pPr marL="0" lvl="7" indent="0" algn="r">
              <a:spcBef>
                <a:spcPts val="0"/>
              </a:spcBef>
              <a:buNone/>
              <a:defRPr sz="1500" b="1">
                <a:solidFill>
                  <a:schemeClr val="lt1"/>
                </a:solidFill>
                <a:latin typeface="Arial"/>
                <a:ea typeface="Arial"/>
                <a:cs typeface="Arial"/>
                <a:sym typeface="Arial"/>
              </a:defRPr>
            </a:lvl8pPr>
            <a:lvl9pPr marL="0" lvl="8" indent="0" algn="r">
              <a:spcBef>
                <a:spcPts val="0"/>
              </a:spcBef>
              <a:buNone/>
              <a:defRPr sz="1500" b="1">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26" name="Google Shape;26;p3" descr="A picture containing drawing&#10;&#10;Description automatically generated"/>
          <p:cNvPicPr preferRelativeResize="0"/>
          <p:nvPr/>
        </p:nvPicPr>
        <p:blipFill rotWithShape="1">
          <a:blip r:embed="rId2">
            <a:alphaModFix/>
          </a:blip>
          <a:srcRect/>
          <a:stretch/>
        </p:blipFill>
        <p:spPr>
          <a:xfrm>
            <a:off x="954000" y="5511600"/>
            <a:ext cx="2242800" cy="397959"/>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ver">
  <p:cSld name="Cover">
    <p:bg>
      <p:bgPr>
        <a:blipFill>
          <a:blip r:embed="rId2">
            <a:alphaModFix/>
          </a:blip>
          <a:stretch>
            <a:fillRect/>
          </a:stretch>
        </a:blipFill>
        <a:effectLst/>
      </p:bgPr>
    </p:bg>
    <p:spTree>
      <p:nvGrpSpPr>
        <p:cNvPr id="1" name="Shape 27"/>
        <p:cNvGrpSpPr/>
        <p:nvPr/>
      </p:nvGrpSpPr>
      <p:grpSpPr>
        <a:xfrm>
          <a:off x="0" y="0"/>
          <a:ext cx="0" cy="0"/>
          <a:chOff x="0" y="0"/>
          <a:chExt cx="0" cy="0"/>
        </a:xfrm>
      </p:grpSpPr>
      <p:pic>
        <p:nvPicPr>
          <p:cNvPr id="28" name="Google Shape;28;p4" descr="University of Hertfordshire logo"/>
          <p:cNvPicPr preferRelativeResize="0"/>
          <p:nvPr/>
        </p:nvPicPr>
        <p:blipFill rotWithShape="1">
          <a:blip r:embed="rId3">
            <a:alphaModFix/>
          </a:blip>
          <a:srcRect/>
          <a:stretch/>
        </p:blipFill>
        <p:spPr>
          <a:xfrm>
            <a:off x="2844000" y="2854800"/>
            <a:ext cx="6501600" cy="1153633"/>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ntent" type="twoObj">
  <p:cSld name="TWO_OBJECTS">
    <p:bg>
      <p:bgPr>
        <a:solidFill>
          <a:schemeClr val="lt1"/>
        </a:solidFill>
        <a:effectLst/>
      </p:bgPr>
    </p:bg>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954000" y="1890000"/>
            <a:ext cx="10279150" cy="365125"/>
          </a:xfrm>
          <a:prstGeom prst="rect">
            <a:avLst/>
          </a:prstGeom>
          <a:noFill/>
          <a:ln>
            <a:noFill/>
          </a:ln>
        </p:spPr>
        <p:txBody>
          <a:bodyPr spcFirstLastPara="1" wrap="square" lIns="0" tIns="0" rIns="0" bIns="0" anchor="t" anchorCtr="0">
            <a:noAutofit/>
          </a:bodyPr>
          <a:lstStyle>
            <a:lvl1pPr lvl="0" algn="l">
              <a:lnSpc>
                <a:spcPct val="200000"/>
              </a:lnSpc>
              <a:spcBef>
                <a:spcPts val="0"/>
              </a:spcBef>
              <a:spcAft>
                <a:spcPts val="0"/>
              </a:spcAft>
              <a:buClr>
                <a:srgbClr val="2032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973668" y="2717444"/>
            <a:ext cx="4903200" cy="317520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rgbClr val="203232"/>
              </a:buClr>
              <a:buSzPts val="2400"/>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5"/>
          <p:cNvSpPr txBox="1">
            <a:spLocks noGrp="1"/>
          </p:cNvSpPr>
          <p:nvPr>
            <p:ph type="body" idx="2"/>
          </p:nvPr>
        </p:nvSpPr>
        <p:spPr>
          <a:xfrm>
            <a:off x="6336000" y="2717444"/>
            <a:ext cx="4456800" cy="3175200"/>
          </a:xfrm>
          <a:prstGeom prst="rect">
            <a:avLst/>
          </a:prstGeom>
          <a:noFill/>
          <a:ln>
            <a:noFill/>
          </a:ln>
        </p:spPr>
        <p:txBody>
          <a:bodyPr spcFirstLastPara="1" wrap="square" lIns="0" tIns="0" rIns="0" bIns="0" anchor="t" anchorCtr="0">
            <a:noAutofit/>
          </a:bodyPr>
          <a:lstStyle>
            <a:lvl1pPr marL="457200" marR="0" lvl="0" indent="-228600" algn="l">
              <a:lnSpc>
                <a:spcPct val="120000"/>
              </a:lnSpc>
              <a:spcBef>
                <a:spcPts val="0"/>
              </a:spcBef>
              <a:spcAft>
                <a:spcPts val="0"/>
              </a:spcAft>
              <a:buClr>
                <a:srgbClr val="203232"/>
              </a:buClr>
              <a:buSzPts val="2400"/>
              <a:buFont typeface="Arial"/>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
          <p:cNvSpPr txBox="1">
            <a:spLocks noGrp="1"/>
          </p:cNvSpPr>
          <p:nvPr>
            <p:ph type="ftr" idx="11"/>
          </p:nvPr>
        </p:nvSpPr>
        <p:spPr>
          <a:xfrm>
            <a:off x="970139" y="775255"/>
            <a:ext cx="7176911" cy="23083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a:spLocks noGrp="1"/>
          </p:cNvSpPr>
          <p:nvPr>
            <p:ph type="sldNum" idx="12"/>
          </p:nvPr>
        </p:nvSpPr>
        <p:spPr>
          <a:xfrm>
            <a:off x="9821333" y="783355"/>
            <a:ext cx="1400528" cy="230832"/>
          </a:xfrm>
          <a:prstGeom prst="rect">
            <a:avLst/>
          </a:prstGeom>
          <a:noFill/>
          <a:ln>
            <a:noFill/>
          </a:ln>
        </p:spPr>
        <p:txBody>
          <a:bodyPr spcFirstLastPara="1" wrap="square" lIns="0" tIns="0" rIns="0" bIns="0" anchor="t"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35" name="Google Shape;35;p5"/>
          <p:cNvSpPr/>
          <p:nvPr/>
        </p:nvSpPr>
        <p:spPr>
          <a:xfrm>
            <a:off x="0" y="0"/>
            <a:ext cx="12192000" cy="140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6805">
          <p15:clr>
            <a:srgbClr val="FBAE40"/>
          </p15:clr>
        </p15:guide>
        <p15:guide id="2" pos="3989">
          <p15:clr>
            <a:srgbClr val="FBAE40"/>
          </p15:clr>
        </p15:guide>
        <p15:guide id="3" pos="370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OBJECT">
    <p:bg>
      <p:bgPr>
        <a:solidFill>
          <a:schemeClr val="lt1"/>
        </a:solidFill>
        <a:effectLst/>
      </p:bgPr>
    </p:bg>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954000" y="1890000"/>
            <a:ext cx="10279150" cy="365125"/>
          </a:xfrm>
          <a:prstGeom prst="rect">
            <a:avLst/>
          </a:prstGeom>
          <a:noFill/>
          <a:ln>
            <a:noFill/>
          </a:ln>
        </p:spPr>
        <p:txBody>
          <a:bodyPr spcFirstLastPara="1" wrap="square" lIns="0" tIns="0" rIns="0" bIns="0" anchor="t" anchorCtr="0">
            <a:noAutofit/>
          </a:bodyPr>
          <a:lstStyle>
            <a:lvl1pPr lvl="0" algn="l">
              <a:lnSpc>
                <a:spcPct val="200000"/>
              </a:lnSpc>
              <a:spcBef>
                <a:spcPts val="0"/>
              </a:spcBef>
              <a:spcAft>
                <a:spcPts val="0"/>
              </a:spcAft>
              <a:buClr>
                <a:srgbClr val="2032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970139" y="2717600"/>
            <a:ext cx="10251722" cy="317520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rgbClr val="203232"/>
              </a:buClr>
              <a:buSzPts val="2400"/>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6"/>
          <p:cNvSpPr txBox="1">
            <a:spLocks noGrp="1"/>
          </p:cNvSpPr>
          <p:nvPr>
            <p:ph type="ftr" idx="11"/>
          </p:nvPr>
        </p:nvSpPr>
        <p:spPr>
          <a:xfrm>
            <a:off x="970139" y="775255"/>
            <a:ext cx="7176911" cy="23083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6"/>
          <p:cNvSpPr txBox="1">
            <a:spLocks noGrp="1"/>
          </p:cNvSpPr>
          <p:nvPr>
            <p:ph type="sldNum" idx="12"/>
          </p:nvPr>
        </p:nvSpPr>
        <p:spPr>
          <a:xfrm>
            <a:off x="9821333" y="783355"/>
            <a:ext cx="1400528" cy="230832"/>
          </a:xfrm>
          <a:prstGeom prst="rect">
            <a:avLst/>
          </a:prstGeom>
          <a:noFill/>
          <a:ln>
            <a:noFill/>
          </a:ln>
        </p:spPr>
        <p:txBody>
          <a:bodyPr spcFirstLastPara="1" wrap="square" lIns="0" tIns="0" rIns="0" bIns="0" anchor="t"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41" name="Google Shape;41;p6"/>
          <p:cNvSpPr/>
          <p:nvPr/>
        </p:nvSpPr>
        <p:spPr>
          <a:xfrm>
            <a:off x="0" y="0"/>
            <a:ext cx="12192000" cy="140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Large">
  <p:cSld name="Title and Content Large">
    <p:bg>
      <p:bgPr>
        <a:solidFill>
          <a:schemeClr val="lt1"/>
        </a:solidFill>
        <a:effectLst/>
      </p:bgPr>
    </p:bg>
    <p:spTree>
      <p:nvGrpSpPr>
        <p:cNvPr id="1" name="Shape 42"/>
        <p:cNvGrpSpPr/>
        <p:nvPr/>
      </p:nvGrpSpPr>
      <p:grpSpPr>
        <a:xfrm>
          <a:off x="0" y="0"/>
          <a:ext cx="0" cy="0"/>
          <a:chOff x="0" y="0"/>
          <a:chExt cx="0" cy="0"/>
        </a:xfrm>
      </p:grpSpPr>
      <p:sp>
        <p:nvSpPr>
          <p:cNvPr id="43" name="Google Shape;43;p7"/>
          <p:cNvSpPr txBox="1">
            <a:spLocks noGrp="1"/>
          </p:cNvSpPr>
          <p:nvPr>
            <p:ph type="title"/>
          </p:nvPr>
        </p:nvSpPr>
        <p:spPr>
          <a:xfrm>
            <a:off x="954000" y="775255"/>
            <a:ext cx="7361569" cy="365125"/>
          </a:xfrm>
          <a:prstGeom prst="rect">
            <a:avLst/>
          </a:prstGeom>
          <a:noFill/>
          <a:ln>
            <a:noFill/>
          </a:ln>
        </p:spPr>
        <p:txBody>
          <a:bodyPr spcFirstLastPara="1" wrap="square" lIns="0" tIns="0" rIns="0" bIns="0" anchor="t" anchorCtr="0">
            <a:noAutofit/>
          </a:bodyPr>
          <a:lstStyle>
            <a:lvl1pPr lvl="0" algn="l">
              <a:lnSpc>
                <a:spcPct val="200000"/>
              </a:lnSpc>
              <a:spcBef>
                <a:spcPts val="0"/>
              </a:spcBef>
              <a:spcAft>
                <a:spcPts val="0"/>
              </a:spcAft>
              <a:buClr>
                <a:srgbClr val="2032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7"/>
          <p:cNvSpPr txBox="1">
            <a:spLocks noGrp="1"/>
          </p:cNvSpPr>
          <p:nvPr>
            <p:ph type="body" idx="1"/>
          </p:nvPr>
        </p:nvSpPr>
        <p:spPr>
          <a:xfrm>
            <a:off x="970139" y="1367692"/>
            <a:ext cx="10251722" cy="492369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rgbClr val="203232"/>
              </a:buClr>
              <a:buSzPts val="2400"/>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7"/>
          <p:cNvSpPr txBox="1">
            <a:spLocks noGrp="1"/>
          </p:cNvSpPr>
          <p:nvPr>
            <p:ph type="sldNum" idx="12"/>
          </p:nvPr>
        </p:nvSpPr>
        <p:spPr>
          <a:xfrm>
            <a:off x="9821333" y="783355"/>
            <a:ext cx="1400528" cy="230832"/>
          </a:xfrm>
          <a:prstGeom prst="rect">
            <a:avLst/>
          </a:prstGeom>
          <a:noFill/>
          <a:ln>
            <a:noFill/>
          </a:ln>
        </p:spPr>
        <p:txBody>
          <a:bodyPr spcFirstLastPara="1" wrap="square" lIns="0" tIns="0" rIns="0" bIns="0" anchor="t"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46" name="Google Shape;46;p7"/>
          <p:cNvSpPr/>
          <p:nvPr/>
        </p:nvSpPr>
        <p:spPr>
          <a:xfrm>
            <a:off x="0" y="0"/>
            <a:ext cx="12192000" cy="140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ontent Large blue">
  <p:cSld name="Title and Content Large blue">
    <p:bg>
      <p:bgPr>
        <a:solidFill>
          <a:schemeClr val="accent1"/>
        </a:solidFill>
        <a:effectLst/>
      </p:bgPr>
    </p:bg>
    <p:spTree>
      <p:nvGrpSpPr>
        <p:cNvPr id="1" name="Shape 47"/>
        <p:cNvGrpSpPr/>
        <p:nvPr/>
      </p:nvGrpSpPr>
      <p:grpSpPr>
        <a:xfrm>
          <a:off x="0" y="0"/>
          <a:ext cx="0" cy="0"/>
          <a:chOff x="0" y="0"/>
          <a:chExt cx="0" cy="0"/>
        </a:xfrm>
      </p:grpSpPr>
      <p:sp>
        <p:nvSpPr>
          <p:cNvPr id="48" name="Google Shape;48;p8"/>
          <p:cNvSpPr txBox="1">
            <a:spLocks noGrp="1"/>
          </p:cNvSpPr>
          <p:nvPr>
            <p:ph type="sldNum" idx="12"/>
          </p:nvPr>
        </p:nvSpPr>
        <p:spPr>
          <a:xfrm>
            <a:off x="9821333" y="783355"/>
            <a:ext cx="1400528" cy="230832"/>
          </a:xfrm>
          <a:prstGeom prst="rect">
            <a:avLst/>
          </a:prstGeom>
          <a:noFill/>
          <a:ln>
            <a:noFill/>
          </a:ln>
        </p:spPr>
        <p:txBody>
          <a:bodyPr spcFirstLastPara="1" wrap="square" lIns="0" tIns="0" rIns="0" bIns="0" anchor="t" anchorCtr="0">
            <a:spAutoFit/>
          </a:bodyPr>
          <a:lstStyle>
            <a:lvl1pPr marL="0" lvl="0" indent="0" algn="r">
              <a:spcBef>
                <a:spcPts val="0"/>
              </a:spcBef>
              <a:buNone/>
              <a:defRPr sz="1500" b="1">
                <a:solidFill>
                  <a:schemeClr val="lt1"/>
                </a:solidFill>
                <a:latin typeface="Arial"/>
                <a:ea typeface="Arial"/>
                <a:cs typeface="Arial"/>
                <a:sym typeface="Arial"/>
              </a:defRPr>
            </a:lvl1pPr>
            <a:lvl2pPr marL="0" lvl="1" indent="0" algn="r">
              <a:spcBef>
                <a:spcPts val="0"/>
              </a:spcBef>
              <a:buNone/>
              <a:defRPr sz="1500" b="1">
                <a:solidFill>
                  <a:schemeClr val="lt1"/>
                </a:solidFill>
                <a:latin typeface="Arial"/>
                <a:ea typeface="Arial"/>
                <a:cs typeface="Arial"/>
                <a:sym typeface="Arial"/>
              </a:defRPr>
            </a:lvl2pPr>
            <a:lvl3pPr marL="0" lvl="2" indent="0" algn="r">
              <a:spcBef>
                <a:spcPts val="0"/>
              </a:spcBef>
              <a:buNone/>
              <a:defRPr sz="1500" b="1">
                <a:solidFill>
                  <a:schemeClr val="lt1"/>
                </a:solidFill>
                <a:latin typeface="Arial"/>
                <a:ea typeface="Arial"/>
                <a:cs typeface="Arial"/>
                <a:sym typeface="Arial"/>
              </a:defRPr>
            </a:lvl3pPr>
            <a:lvl4pPr marL="0" lvl="3" indent="0" algn="r">
              <a:spcBef>
                <a:spcPts val="0"/>
              </a:spcBef>
              <a:buNone/>
              <a:defRPr sz="1500" b="1">
                <a:solidFill>
                  <a:schemeClr val="lt1"/>
                </a:solidFill>
                <a:latin typeface="Arial"/>
                <a:ea typeface="Arial"/>
                <a:cs typeface="Arial"/>
                <a:sym typeface="Arial"/>
              </a:defRPr>
            </a:lvl4pPr>
            <a:lvl5pPr marL="0" lvl="4" indent="0" algn="r">
              <a:spcBef>
                <a:spcPts val="0"/>
              </a:spcBef>
              <a:buNone/>
              <a:defRPr sz="1500" b="1">
                <a:solidFill>
                  <a:schemeClr val="lt1"/>
                </a:solidFill>
                <a:latin typeface="Arial"/>
                <a:ea typeface="Arial"/>
                <a:cs typeface="Arial"/>
                <a:sym typeface="Arial"/>
              </a:defRPr>
            </a:lvl5pPr>
            <a:lvl6pPr marL="0" lvl="5" indent="0" algn="r">
              <a:spcBef>
                <a:spcPts val="0"/>
              </a:spcBef>
              <a:buNone/>
              <a:defRPr sz="1500" b="1">
                <a:solidFill>
                  <a:schemeClr val="lt1"/>
                </a:solidFill>
                <a:latin typeface="Arial"/>
                <a:ea typeface="Arial"/>
                <a:cs typeface="Arial"/>
                <a:sym typeface="Arial"/>
              </a:defRPr>
            </a:lvl6pPr>
            <a:lvl7pPr marL="0" lvl="6" indent="0" algn="r">
              <a:spcBef>
                <a:spcPts val="0"/>
              </a:spcBef>
              <a:buNone/>
              <a:defRPr sz="1500" b="1">
                <a:solidFill>
                  <a:schemeClr val="lt1"/>
                </a:solidFill>
                <a:latin typeface="Arial"/>
                <a:ea typeface="Arial"/>
                <a:cs typeface="Arial"/>
                <a:sym typeface="Arial"/>
              </a:defRPr>
            </a:lvl7pPr>
            <a:lvl8pPr marL="0" lvl="7" indent="0" algn="r">
              <a:spcBef>
                <a:spcPts val="0"/>
              </a:spcBef>
              <a:buNone/>
              <a:defRPr sz="1500" b="1">
                <a:solidFill>
                  <a:schemeClr val="lt1"/>
                </a:solidFill>
                <a:latin typeface="Arial"/>
                <a:ea typeface="Arial"/>
                <a:cs typeface="Arial"/>
                <a:sym typeface="Arial"/>
              </a:defRPr>
            </a:lvl8pPr>
            <a:lvl9pPr marL="0" lvl="8" indent="0" algn="r">
              <a:spcBef>
                <a:spcPts val="0"/>
              </a:spcBef>
              <a:buNone/>
              <a:defRPr sz="1500" b="1">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49" name="Google Shape;49;p8"/>
          <p:cNvSpPr txBox="1">
            <a:spLocks noGrp="1"/>
          </p:cNvSpPr>
          <p:nvPr>
            <p:ph type="body" idx="1"/>
          </p:nvPr>
        </p:nvSpPr>
        <p:spPr>
          <a:xfrm>
            <a:off x="970139" y="1367692"/>
            <a:ext cx="10251722" cy="492369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chemeClr val="lt1"/>
              </a:buClr>
              <a:buSzPts val="2400"/>
              <a:buNone/>
              <a:defRPr b="0">
                <a:solidFill>
                  <a:schemeClr val="lt1"/>
                </a:solidFill>
              </a:defRPr>
            </a:lvl1pPr>
            <a:lvl2pPr marL="914400" lvl="1" indent="-228600" algn="l">
              <a:lnSpc>
                <a:spcPct val="120000"/>
              </a:lnSpc>
              <a:spcBef>
                <a:spcPts val="992"/>
              </a:spcBef>
              <a:spcAft>
                <a:spcPts val="0"/>
              </a:spcAft>
              <a:buClr>
                <a:schemeClr val="lt1"/>
              </a:buClr>
              <a:buSzPts val="2400"/>
              <a:buNone/>
              <a:defRPr>
                <a:solidFill>
                  <a:schemeClr val="lt1"/>
                </a:solidFill>
              </a:defRPr>
            </a:lvl2pPr>
            <a:lvl3pPr marL="1371600" lvl="2" indent="-381000" algn="l">
              <a:lnSpc>
                <a:spcPct val="120000"/>
              </a:lnSpc>
              <a:spcBef>
                <a:spcPts val="992"/>
              </a:spcBef>
              <a:spcAft>
                <a:spcPts val="0"/>
              </a:spcAft>
              <a:buClr>
                <a:schemeClr val="lt1"/>
              </a:buClr>
              <a:buSzPts val="2400"/>
              <a:buChar char="■"/>
              <a:defRPr>
                <a:solidFill>
                  <a:schemeClr val="lt1"/>
                </a:solidFill>
              </a:defRPr>
            </a:lvl3pPr>
            <a:lvl4pPr marL="1828800" lvl="3" indent="-228600" algn="l">
              <a:lnSpc>
                <a:spcPct val="120000"/>
              </a:lnSpc>
              <a:spcBef>
                <a:spcPts val="992"/>
              </a:spcBef>
              <a:spcAft>
                <a:spcPts val="0"/>
              </a:spcAft>
              <a:buClr>
                <a:schemeClr val="lt1"/>
              </a:buClr>
              <a:buSzPts val="1800"/>
              <a:buNone/>
              <a:defRPr>
                <a:solidFill>
                  <a:schemeClr val="lt1"/>
                </a:solidFill>
              </a:defRPr>
            </a:lvl4pPr>
            <a:lvl5pPr marL="2286000" lvl="4" indent="-228600" algn="l">
              <a:lnSpc>
                <a:spcPct val="120000"/>
              </a:lnSpc>
              <a:spcBef>
                <a:spcPts val="0"/>
              </a:spcBef>
              <a:spcAft>
                <a:spcPts val="0"/>
              </a:spcAft>
              <a:buClr>
                <a:schemeClr val="lt1"/>
              </a:buClr>
              <a:buSzPts val="1800"/>
              <a:buNone/>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8"/>
          <p:cNvSpPr txBox="1">
            <a:spLocks noGrp="1"/>
          </p:cNvSpPr>
          <p:nvPr>
            <p:ph type="title"/>
          </p:nvPr>
        </p:nvSpPr>
        <p:spPr>
          <a:xfrm>
            <a:off x="954000" y="775255"/>
            <a:ext cx="7361569" cy="365125"/>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36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 Image + Content">
  <p:cSld name="Title + Image + Content">
    <p:bg>
      <p:bgPr>
        <a:solidFill>
          <a:schemeClr val="lt1"/>
        </a:solidFill>
        <a:effectLst/>
      </p:bgPr>
    </p:bg>
    <p:spTree>
      <p:nvGrpSpPr>
        <p:cNvPr id="1" name="Shape 51"/>
        <p:cNvGrpSpPr/>
        <p:nvPr/>
      </p:nvGrpSpPr>
      <p:grpSpPr>
        <a:xfrm>
          <a:off x="0" y="0"/>
          <a:ext cx="0" cy="0"/>
          <a:chOff x="0" y="0"/>
          <a:chExt cx="0" cy="0"/>
        </a:xfrm>
      </p:grpSpPr>
      <p:sp>
        <p:nvSpPr>
          <p:cNvPr id="52" name="Google Shape;52;p9"/>
          <p:cNvSpPr txBox="1">
            <a:spLocks noGrp="1"/>
          </p:cNvSpPr>
          <p:nvPr>
            <p:ph type="title"/>
          </p:nvPr>
        </p:nvSpPr>
        <p:spPr>
          <a:xfrm>
            <a:off x="954000" y="1890000"/>
            <a:ext cx="10279150" cy="365125"/>
          </a:xfrm>
          <a:prstGeom prst="rect">
            <a:avLst/>
          </a:prstGeom>
          <a:noFill/>
          <a:ln>
            <a:noFill/>
          </a:ln>
        </p:spPr>
        <p:txBody>
          <a:bodyPr spcFirstLastPara="1" wrap="square" lIns="0" tIns="0" rIns="0" bIns="0" anchor="t" anchorCtr="0">
            <a:noAutofit/>
          </a:bodyPr>
          <a:lstStyle>
            <a:lvl1pPr lvl="0" algn="l">
              <a:lnSpc>
                <a:spcPct val="200000"/>
              </a:lnSpc>
              <a:spcBef>
                <a:spcPts val="0"/>
              </a:spcBef>
              <a:spcAft>
                <a:spcPts val="0"/>
              </a:spcAft>
              <a:buClr>
                <a:srgbClr val="2032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9"/>
          <p:cNvSpPr txBox="1">
            <a:spLocks noGrp="1"/>
          </p:cNvSpPr>
          <p:nvPr>
            <p:ph type="body" idx="1"/>
          </p:nvPr>
        </p:nvSpPr>
        <p:spPr>
          <a:xfrm>
            <a:off x="7835952" y="2728800"/>
            <a:ext cx="2959200" cy="316400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rgbClr val="203232"/>
              </a:buClr>
              <a:buSzPts val="2400"/>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9"/>
          <p:cNvSpPr txBox="1">
            <a:spLocks noGrp="1"/>
          </p:cNvSpPr>
          <p:nvPr>
            <p:ph type="ftr" idx="11"/>
          </p:nvPr>
        </p:nvSpPr>
        <p:spPr>
          <a:xfrm>
            <a:off x="970139" y="775255"/>
            <a:ext cx="7176911" cy="23083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9"/>
          <p:cNvSpPr txBox="1">
            <a:spLocks noGrp="1"/>
          </p:cNvSpPr>
          <p:nvPr>
            <p:ph type="sldNum" idx="12"/>
          </p:nvPr>
        </p:nvSpPr>
        <p:spPr>
          <a:xfrm>
            <a:off x="9821333" y="783355"/>
            <a:ext cx="1400528" cy="230832"/>
          </a:xfrm>
          <a:prstGeom prst="rect">
            <a:avLst/>
          </a:prstGeom>
          <a:noFill/>
          <a:ln>
            <a:noFill/>
          </a:ln>
        </p:spPr>
        <p:txBody>
          <a:bodyPr spcFirstLastPara="1" wrap="square" lIns="0" tIns="0" rIns="0" bIns="0" anchor="t"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56" name="Google Shape;56;p9"/>
          <p:cNvSpPr>
            <a:spLocks noGrp="1"/>
          </p:cNvSpPr>
          <p:nvPr>
            <p:ph type="pic" idx="2"/>
          </p:nvPr>
        </p:nvSpPr>
        <p:spPr>
          <a:xfrm>
            <a:off x="954088" y="2728913"/>
            <a:ext cx="6400800" cy="4129087"/>
          </a:xfrm>
          <a:prstGeom prst="rect">
            <a:avLst/>
          </a:prstGeom>
          <a:noFill/>
          <a:ln>
            <a:noFill/>
          </a:ln>
        </p:spPr>
      </p:sp>
      <p:sp>
        <p:nvSpPr>
          <p:cNvPr id="57" name="Google Shape;57;p9"/>
          <p:cNvSpPr/>
          <p:nvPr/>
        </p:nvSpPr>
        <p:spPr>
          <a:xfrm>
            <a:off x="0" y="0"/>
            <a:ext cx="12192000" cy="140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 Content + 2 Images">
  <p:cSld name="Title + Content + 2 Images">
    <p:bg>
      <p:bgPr>
        <a:solidFill>
          <a:schemeClr val="lt1"/>
        </a:solidFill>
        <a:effectLst/>
      </p:bgPr>
    </p:bg>
    <p:spTree>
      <p:nvGrpSpPr>
        <p:cNvPr id="1" name="Shape 58"/>
        <p:cNvGrpSpPr/>
        <p:nvPr/>
      </p:nvGrpSpPr>
      <p:grpSpPr>
        <a:xfrm>
          <a:off x="0" y="0"/>
          <a:ext cx="0" cy="0"/>
          <a:chOff x="0" y="0"/>
          <a:chExt cx="0" cy="0"/>
        </a:xfrm>
      </p:grpSpPr>
      <p:sp>
        <p:nvSpPr>
          <p:cNvPr id="59" name="Google Shape;59;p10"/>
          <p:cNvSpPr txBox="1">
            <a:spLocks noGrp="1"/>
          </p:cNvSpPr>
          <p:nvPr>
            <p:ph type="title"/>
          </p:nvPr>
        </p:nvSpPr>
        <p:spPr>
          <a:xfrm>
            <a:off x="954000" y="1890000"/>
            <a:ext cx="10279150" cy="365125"/>
          </a:xfrm>
          <a:prstGeom prst="rect">
            <a:avLst/>
          </a:prstGeom>
          <a:noFill/>
          <a:ln>
            <a:noFill/>
          </a:ln>
        </p:spPr>
        <p:txBody>
          <a:bodyPr spcFirstLastPara="1" wrap="square" lIns="0" tIns="0" rIns="0" bIns="0" anchor="t" anchorCtr="0">
            <a:noAutofit/>
          </a:bodyPr>
          <a:lstStyle>
            <a:lvl1pPr lvl="0" algn="l">
              <a:lnSpc>
                <a:spcPct val="200000"/>
              </a:lnSpc>
              <a:spcBef>
                <a:spcPts val="0"/>
              </a:spcBef>
              <a:spcAft>
                <a:spcPts val="0"/>
              </a:spcAft>
              <a:buClr>
                <a:srgbClr val="2032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0"/>
          <p:cNvSpPr txBox="1">
            <a:spLocks noGrp="1"/>
          </p:cNvSpPr>
          <p:nvPr>
            <p:ph type="ftr" idx="11"/>
          </p:nvPr>
        </p:nvSpPr>
        <p:spPr>
          <a:xfrm>
            <a:off x="970139" y="775255"/>
            <a:ext cx="7176911" cy="23083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0"/>
          <p:cNvSpPr txBox="1">
            <a:spLocks noGrp="1"/>
          </p:cNvSpPr>
          <p:nvPr>
            <p:ph type="sldNum" idx="12"/>
          </p:nvPr>
        </p:nvSpPr>
        <p:spPr>
          <a:xfrm>
            <a:off x="9821333" y="783355"/>
            <a:ext cx="1400528" cy="230832"/>
          </a:xfrm>
          <a:prstGeom prst="rect">
            <a:avLst/>
          </a:prstGeom>
          <a:noFill/>
          <a:ln>
            <a:noFill/>
          </a:ln>
        </p:spPr>
        <p:txBody>
          <a:bodyPr spcFirstLastPara="1" wrap="square" lIns="0" tIns="0" rIns="0" bIns="0" anchor="t"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62" name="Google Shape;62;p10"/>
          <p:cNvSpPr/>
          <p:nvPr/>
        </p:nvSpPr>
        <p:spPr>
          <a:xfrm>
            <a:off x="0" y="0"/>
            <a:ext cx="12192000" cy="140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3" name="Google Shape;63;p10"/>
          <p:cNvSpPr txBox="1">
            <a:spLocks noGrp="1"/>
          </p:cNvSpPr>
          <p:nvPr>
            <p:ph type="body" idx="1"/>
          </p:nvPr>
        </p:nvSpPr>
        <p:spPr>
          <a:xfrm>
            <a:off x="953999" y="2728800"/>
            <a:ext cx="2959199" cy="316400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rgbClr val="203232"/>
              </a:buClr>
              <a:buSzPts val="2400"/>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10"/>
          <p:cNvSpPr txBox="1">
            <a:spLocks noGrp="1"/>
          </p:cNvSpPr>
          <p:nvPr>
            <p:ph type="body" idx="2"/>
          </p:nvPr>
        </p:nvSpPr>
        <p:spPr>
          <a:xfrm>
            <a:off x="8278804" y="2728800"/>
            <a:ext cx="2959199" cy="316400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rgbClr val="203232"/>
              </a:buClr>
              <a:buSzPts val="2400"/>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10"/>
          <p:cNvSpPr txBox="1">
            <a:spLocks noGrp="1"/>
          </p:cNvSpPr>
          <p:nvPr>
            <p:ph type="body" idx="3"/>
          </p:nvPr>
        </p:nvSpPr>
        <p:spPr>
          <a:xfrm>
            <a:off x="4613975" y="2728800"/>
            <a:ext cx="2959199" cy="316400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rgbClr val="203232"/>
              </a:buClr>
              <a:buSzPts val="2400"/>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Full Bleed Image">
  <p:cSld name="Full Bleed Image">
    <p:bg>
      <p:bgPr>
        <a:solidFill>
          <a:schemeClr val="accent1"/>
        </a:solidFill>
        <a:effectLst/>
      </p:bgPr>
    </p:bg>
    <p:spTree>
      <p:nvGrpSpPr>
        <p:cNvPr id="1" name="Shape 66"/>
        <p:cNvGrpSpPr/>
        <p:nvPr/>
      </p:nvGrpSpPr>
      <p:grpSpPr>
        <a:xfrm>
          <a:off x="0" y="0"/>
          <a:ext cx="0" cy="0"/>
          <a:chOff x="0" y="0"/>
          <a:chExt cx="0" cy="0"/>
        </a:xfrm>
      </p:grpSpPr>
      <p:sp>
        <p:nvSpPr>
          <p:cNvPr id="67" name="Google Shape;67;p11"/>
          <p:cNvSpPr>
            <a:spLocks noGrp="1"/>
          </p:cNvSpPr>
          <p:nvPr>
            <p:ph type="pic" idx="2"/>
          </p:nvPr>
        </p:nvSpPr>
        <p:spPr>
          <a:xfrm>
            <a:off x="0" y="0"/>
            <a:ext cx="12192000" cy="6858000"/>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Video">
  <p:cSld name="1_Video">
    <p:bg>
      <p:bgPr>
        <a:solidFill>
          <a:schemeClr val="accent1"/>
        </a:solidFill>
        <a:effectLst/>
      </p:bgPr>
    </p:bg>
    <p:spTree>
      <p:nvGrpSpPr>
        <p:cNvPr id="1" name="Shape 68"/>
        <p:cNvGrpSpPr/>
        <p:nvPr/>
      </p:nvGrpSpPr>
      <p:grpSpPr>
        <a:xfrm>
          <a:off x="0" y="0"/>
          <a:ext cx="0" cy="0"/>
          <a:chOff x="0" y="0"/>
          <a:chExt cx="0" cy="0"/>
        </a:xfrm>
      </p:grpSpPr>
      <p:sp>
        <p:nvSpPr>
          <p:cNvPr id="69" name="Google Shape;69;p12"/>
          <p:cNvSpPr>
            <a:spLocks noGrp="1"/>
          </p:cNvSpPr>
          <p:nvPr>
            <p:ph type="media" idx="2"/>
          </p:nvPr>
        </p:nvSpPr>
        <p:spPr>
          <a:xfrm>
            <a:off x="140400" y="140400"/>
            <a:ext cx="11916000" cy="6580800"/>
          </a:xfrm>
          <a:prstGeom prst="rect">
            <a:avLst/>
          </a:prstGeom>
          <a:solidFill>
            <a:schemeClr val="lt1"/>
          </a:solidFill>
          <a:ln>
            <a:noFill/>
          </a:ln>
        </p:spPr>
        <p:txBody>
          <a:bodyPr spcFirstLastPara="1" wrap="square" lIns="0" tIns="0" rIns="0" bIns="0" anchor="t" anchorCtr="0">
            <a:noAutofit/>
          </a:bodyPr>
          <a:lstStyle>
            <a:lvl1pPr marR="0" lvl="0" algn="l" rtl="0">
              <a:lnSpc>
                <a:spcPct val="120000"/>
              </a:lnSpc>
              <a:spcBef>
                <a:spcPts val="0"/>
              </a:spcBef>
              <a:spcAft>
                <a:spcPts val="0"/>
              </a:spcAft>
              <a:buClr>
                <a:srgbClr val="203232"/>
              </a:buClr>
              <a:buSzPts val="2400"/>
              <a:buFont typeface="Arial"/>
              <a:buNone/>
              <a:defRPr sz="2400" b="1" i="0" u="none" strike="noStrike" cap="none">
                <a:solidFill>
                  <a:srgbClr val="203232"/>
                </a:solidFill>
                <a:latin typeface="Arial"/>
                <a:ea typeface="Arial"/>
                <a:cs typeface="Arial"/>
                <a:sym typeface="Arial"/>
              </a:defRPr>
            </a:lvl1pPr>
            <a:lvl2pPr marR="0" lvl="1" algn="l" rtl="0">
              <a:lnSpc>
                <a:spcPct val="120000"/>
              </a:lnSpc>
              <a:spcBef>
                <a:spcPts val="992"/>
              </a:spcBef>
              <a:spcAft>
                <a:spcPts val="0"/>
              </a:spcAft>
              <a:buClr>
                <a:srgbClr val="203232"/>
              </a:buClr>
              <a:buSzPts val="2400"/>
              <a:buFont typeface="Arial"/>
              <a:buNone/>
              <a:defRPr sz="2400" b="0" i="0" u="none" strike="noStrike" cap="none">
                <a:solidFill>
                  <a:srgbClr val="203232"/>
                </a:solidFill>
                <a:latin typeface="Arial"/>
                <a:ea typeface="Arial"/>
                <a:cs typeface="Arial"/>
                <a:sym typeface="Arial"/>
              </a:defRPr>
            </a:lvl2pPr>
            <a:lvl3pPr marR="0" lvl="2" algn="l" rtl="0">
              <a:lnSpc>
                <a:spcPct val="120000"/>
              </a:lnSpc>
              <a:spcBef>
                <a:spcPts val="992"/>
              </a:spcBef>
              <a:spcAft>
                <a:spcPts val="0"/>
              </a:spcAft>
              <a:buClr>
                <a:srgbClr val="203232"/>
              </a:buClr>
              <a:buSzPts val="2400"/>
              <a:buFont typeface="Arial"/>
              <a:buChar char="■"/>
              <a:defRPr sz="2400" b="0" i="0" u="none" strike="noStrike" cap="none">
                <a:solidFill>
                  <a:srgbClr val="203232"/>
                </a:solidFill>
                <a:latin typeface="Arial"/>
                <a:ea typeface="Arial"/>
                <a:cs typeface="Arial"/>
                <a:sym typeface="Arial"/>
              </a:defRPr>
            </a:lvl3pPr>
            <a:lvl4pPr marR="0" lvl="3" algn="l" rtl="0">
              <a:lnSpc>
                <a:spcPct val="120000"/>
              </a:lnSpc>
              <a:spcBef>
                <a:spcPts val="992"/>
              </a:spcBef>
              <a:spcAft>
                <a:spcPts val="0"/>
              </a:spcAft>
              <a:buClr>
                <a:srgbClr val="203232"/>
              </a:buClr>
              <a:buSzPts val="1800"/>
              <a:buFont typeface="Arial"/>
              <a:buNone/>
              <a:defRPr sz="1800" b="0" i="0" u="none" strike="noStrike" cap="none">
                <a:solidFill>
                  <a:srgbClr val="203232"/>
                </a:solidFill>
                <a:latin typeface="Arial"/>
                <a:ea typeface="Arial"/>
                <a:cs typeface="Arial"/>
                <a:sym typeface="Arial"/>
              </a:defRPr>
            </a:lvl4pPr>
            <a:lvl5pPr marR="0" lvl="4" algn="l" rtl="0">
              <a:lnSpc>
                <a:spcPct val="120000"/>
              </a:lnSpc>
              <a:spcBef>
                <a:spcPts val="0"/>
              </a:spcBef>
              <a:spcAft>
                <a:spcPts val="0"/>
              </a:spcAft>
              <a:buClr>
                <a:srgbClr val="203232"/>
              </a:buClr>
              <a:buSzPts val="1800"/>
              <a:buFont typeface="Arial"/>
              <a:buNone/>
              <a:defRPr sz="1800" b="1" i="0" u="none" strike="noStrike" cap="none">
                <a:solidFill>
                  <a:srgbClr val="203232"/>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Icons and text">
  <p:cSld name="Icons and text">
    <p:bg>
      <p:bgPr>
        <a:solidFill>
          <a:schemeClr val="lt1"/>
        </a:solidFill>
        <a:effectLst/>
      </p:bgPr>
    </p:bg>
    <p:spTree>
      <p:nvGrpSpPr>
        <p:cNvPr id="1" name="Shape 70"/>
        <p:cNvGrpSpPr/>
        <p:nvPr/>
      </p:nvGrpSpPr>
      <p:grpSpPr>
        <a:xfrm>
          <a:off x="0" y="0"/>
          <a:ext cx="0" cy="0"/>
          <a:chOff x="0" y="0"/>
          <a:chExt cx="0" cy="0"/>
        </a:xfrm>
      </p:grpSpPr>
      <p:sp>
        <p:nvSpPr>
          <p:cNvPr id="71" name="Google Shape;71;p13"/>
          <p:cNvSpPr txBox="1">
            <a:spLocks noGrp="1"/>
          </p:cNvSpPr>
          <p:nvPr>
            <p:ph type="ftr" idx="11"/>
          </p:nvPr>
        </p:nvSpPr>
        <p:spPr>
          <a:xfrm>
            <a:off x="970139" y="775255"/>
            <a:ext cx="7176911" cy="23083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3"/>
          <p:cNvSpPr txBox="1">
            <a:spLocks noGrp="1"/>
          </p:cNvSpPr>
          <p:nvPr>
            <p:ph type="sldNum" idx="12"/>
          </p:nvPr>
        </p:nvSpPr>
        <p:spPr>
          <a:xfrm>
            <a:off x="9821333" y="783355"/>
            <a:ext cx="1400528" cy="230832"/>
          </a:xfrm>
          <a:prstGeom prst="rect">
            <a:avLst/>
          </a:prstGeom>
          <a:noFill/>
          <a:ln>
            <a:noFill/>
          </a:ln>
        </p:spPr>
        <p:txBody>
          <a:bodyPr spcFirstLastPara="1" wrap="square" lIns="0" tIns="0" rIns="0" bIns="0" anchor="t"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73" name="Google Shape;73;p13"/>
          <p:cNvSpPr/>
          <p:nvPr/>
        </p:nvSpPr>
        <p:spPr>
          <a:xfrm>
            <a:off x="0" y="0"/>
            <a:ext cx="12192000" cy="140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4" name="Google Shape;74;p13"/>
          <p:cNvSpPr txBox="1">
            <a:spLocks noGrp="1"/>
          </p:cNvSpPr>
          <p:nvPr>
            <p:ph type="body" idx="1"/>
          </p:nvPr>
        </p:nvSpPr>
        <p:spPr>
          <a:xfrm>
            <a:off x="970139" y="4079342"/>
            <a:ext cx="3144661" cy="2252134"/>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rgbClr val="203232"/>
              </a:buClr>
              <a:buSzPts val="2400"/>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3"/>
          <p:cNvSpPr txBox="1">
            <a:spLocks noGrp="1"/>
          </p:cNvSpPr>
          <p:nvPr>
            <p:ph type="body" idx="2"/>
          </p:nvPr>
        </p:nvSpPr>
        <p:spPr>
          <a:xfrm>
            <a:off x="8077200" y="4062209"/>
            <a:ext cx="3144661" cy="2252134"/>
          </a:xfrm>
          <a:prstGeom prst="rect">
            <a:avLst/>
          </a:prstGeom>
          <a:noFill/>
          <a:ln>
            <a:noFill/>
          </a:ln>
        </p:spPr>
        <p:txBody>
          <a:bodyPr spcFirstLastPara="1" wrap="square" lIns="0" tIns="0" rIns="0" bIns="0" anchor="t" anchorCtr="0">
            <a:noAutofit/>
          </a:bodyPr>
          <a:lstStyle>
            <a:lvl1pPr marL="457200" marR="0" lvl="0" indent="-228600" algn="l">
              <a:lnSpc>
                <a:spcPct val="120000"/>
              </a:lnSpc>
              <a:spcBef>
                <a:spcPts val="0"/>
              </a:spcBef>
              <a:spcAft>
                <a:spcPts val="0"/>
              </a:spcAft>
              <a:buClr>
                <a:srgbClr val="203232"/>
              </a:buClr>
              <a:buSzPts val="2400"/>
              <a:buFont typeface="Arial"/>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13"/>
          <p:cNvSpPr txBox="1">
            <a:spLocks noGrp="1"/>
          </p:cNvSpPr>
          <p:nvPr>
            <p:ph type="body" idx="3"/>
          </p:nvPr>
        </p:nvSpPr>
        <p:spPr>
          <a:xfrm>
            <a:off x="4523669" y="4062209"/>
            <a:ext cx="3144661" cy="2252134"/>
          </a:xfrm>
          <a:prstGeom prst="rect">
            <a:avLst/>
          </a:prstGeom>
          <a:noFill/>
          <a:ln>
            <a:noFill/>
          </a:ln>
        </p:spPr>
        <p:txBody>
          <a:bodyPr spcFirstLastPara="1" wrap="square" lIns="0" tIns="0" rIns="0" bIns="0" anchor="t" anchorCtr="0">
            <a:noAutofit/>
          </a:bodyPr>
          <a:lstStyle>
            <a:lvl1pPr marL="457200" marR="0" lvl="0" indent="-228600" algn="l">
              <a:lnSpc>
                <a:spcPct val="120000"/>
              </a:lnSpc>
              <a:spcBef>
                <a:spcPts val="0"/>
              </a:spcBef>
              <a:spcAft>
                <a:spcPts val="0"/>
              </a:spcAft>
              <a:buClr>
                <a:srgbClr val="203232"/>
              </a:buClr>
              <a:buSzPts val="2400"/>
              <a:buFont typeface="Arial"/>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3"/>
          <p:cNvSpPr>
            <a:spLocks noGrp="1"/>
          </p:cNvSpPr>
          <p:nvPr>
            <p:ph type="pic" idx="4"/>
          </p:nvPr>
        </p:nvSpPr>
        <p:spPr>
          <a:xfrm>
            <a:off x="1462175" y="1640942"/>
            <a:ext cx="2160587" cy="2160588"/>
          </a:xfrm>
          <a:prstGeom prst="rect">
            <a:avLst/>
          </a:prstGeom>
          <a:noFill/>
          <a:ln>
            <a:noFill/>
          </a:ln>
        </p:spPr>
      </p:sp>
      <p:sp>
        <p:nvSpPr>
          <p:cNvPr id="78" name="Google Shape;78;p13"/>
          <p:cNvSpPr>
            <a:spLocks noGrp="1"/>
          </p:cNvSpPr>
          <p:nvPr>
            <p:ph type="pic" idx="5"/>
          </p:nvPr>
        </p:nvSpPr>
        <p:spPr>
          <a:xfrm>
            <a:off x="5015705" y="1640942"/>
            <a:ext cx="2160587" cy="2160588"/>
          </a:xfrm>
          <a:prstGeom prst="rect">
            <a:avLst/>
          </a:prstGeom>
          <a:noFill/>
          <a:ln>
            <a:noFill/>
          </a:ln>
        </p:spPr>
      </p:sp>
      <p:sp>
        <p:nvSpPr>
          <p:cNvPr id="79" name="Google Shape;79;p13"/>
          <p:cNvSpPr>
            <a:spLocks noGrp="1"/>
          </p:cNvSpPr>
          <p:nvPr>
            <p:ph type="pic" idx="6"/>
          </p:nvPr>
        </p:nvSpPr>
        <p:spPr>
          <a:xfrm>
            <a:off x="8569236" y="1640942"/>
            <a:ext cx="2160587" cy="2160588"/>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End page">
  <p:cSld name="End page">
    <p:bg>
      <p:bgPr>
        <a:solidFill>
          <a:schemeClr val="accent1"/>
        </a:solidFill>
        <a:effectLst/>
      </p:bgPr>
    </p:bg>
    <p:spTree>
      <p:nvGrpSpPr>
        <p:cNvPr id="1" name="Shape 80"/>
        <p:cNvGrpSpPr/>
        <p:nvPr/>
      </p:nvGrpSpPr>
      <p:grpSpPr>
        <a:xfrm>
          <a:off x="0" y="0"/>
          <a:ext cx="0" cy="0"/>
          <a:chOff x="0" y="0"/>
          <a:chExt cx="0" cy="0"/>
        </a:xfrm>
      </p:grpSpPr>
      <p:pic>
        <p:nvPicPr>
          <p:cNvPr id="81" name="Google Shape;81;p14"/>
          <p:cNvPicPr preferRelativeResize="0"/>
          <p:nvPr/>
        </p:nvPicPr>
        <p:blipFill rotWithShape="1">
          <a:blip r:embed="rId2">
            <a:alphaModFix/>
          </a:blip>
          <a:srcRect/>
          <a:stretch/>
        </p:blipFill>
        <p:spPr>
          <a:xfrm>
            <a:off x="954002" y="5511600"/>
            <a:ext cx="2242795" cy="397958"/>
          </a:xfrm>
          <a:prstGeom prst="rect">
            <a:avLst/>
          </a:prstGeom>
          <a:noFill/>
          <a:ln>
            <a:noFill/>
          </a:ln>
        </p:spPr>
      </p:pic>
      <p:sp>
        <p:nvSpPr>
          <p:cNvPr id="82" name="Google Shape;82;p14"/>
          <p:cNvSpPr txBox="1">
            <a:spLocks noGrp="1"/>
          </p:cNvSpPr>
          <p:nvPr>
            <p:ph type="ctrTitle"/>
          </p:nvPr>
        </p:nvSpPr>
        <p:spPr>
          <a:xfrm>
            <a:off x="926844" y="1964352"/>
            <a:ext cx="11828559" cy="105157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7386"/>
              <a:buFont typeface="Arial"/>
              <a:buNone/>
              <a:defRPr sz="7386">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4"/>
          <p:cNvSpPr txBox="1">
            <a:spLocks noGrp="1"/>
          </p:cNvSpPr>
          <p:nvPr>
            <p:ph type="ftr" idx="11"/>
          </p:nvPr>
        </p:nvSpPr>
        <p:spPr>
          <a:xfrm>
            <a:off x="965289" y="779733"/>
            <a:ext cx="7176911" cy="230832"/>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4"/>
          <p:cNvSpPr txBox="1">
            <a:spLocks noGrp="1"/>
          </p:cNvSpPr>
          <p:nvPr>
            <p:ph type="sldNum" idx="12"/>
          </p:nvPr>
        </p:nvSpPr>
        <p:spPr>
          <a:xfrm>
            <a:off x="10616400" y="779733"/>
            <a:ext cx="622800" cy="230832"/>
          </a:xfrm>
          <a:prstGeom prst="rect">
            <a:avLst/>
          </a:prstGeom>
          <a:noFill/>
          <a:ln>
            <a:noFill/>
          </a:ln>
        </p:spPr>
        <p:txBody>
          <a:bodyPr spcFirstLastPara="1" wrap="square" lIns="0" tIns="0" rIns="0" bIns="0" anchor="t" anchorCtr="0">
            <a:noAutofit/>
          </a:bodyPr>
          <a:lstStyle>
            <a:lvl1pPr marL="0" lvl="0" indent="0" algn="r">
              <a:spcBef>
                <a:spcPts val="0"/>
              </a:spcBef>
              <a:buNone/>
              <a:defRPr sz="1500" b="1">
                <a:solidFill>
                  <a:schemeClr val="lt1"/>
                </a:solidFill>
                <a:latin typeface="Arial"/>
                <a:ea typeface="Arial"/>
                <a:cs typeface="Arial"/>
                <a:sym typeface="Arial"/>
              </a:defRPr>
            </a:lvl1pPr>
            <a:lvl2pPr marL="0" lvl="1" indent="0" algn="r">
              <a:spcBef>
                <a:spcPts val="0"/>
              </a:spcBef>
              <a:buNone/>
              <a:defRPr sz="1500" b="1">
                <a:solidFill>
                  <a:schemeClr val="lt1"/>
                </a:solidFill>
                <a:latin typeface="Arial"/>
                <a:ea typeface="Arial"/>
                <a:cs typeface="Arial"/>
                <a:sym typeface="Arial"/>
              </a:defRPr>
            </a:lvl2pPr>
            <a:lvl3pPr marL="0" lvl="2" indent="0" algn="r">
              <a:spcBef>
                <a:spcPts val="0"/>
              </a:spcBef>
              <a:buNone/>
              <a:defRPr sz="1500" b="1">
                <a:solidFill>
                  <a:schemeClr val="lt1"/>
                </a:solidFill>
                <a:latin typeface="Arial"/>
                <a:ea typeface="Arial"/>
                <a:cs typeface="Arial"/>
                <a:sym typeface="Arial"/>
              </a:defRPr>
            </a:lvl3pPr>
            <a:lvl4pPr marL="0" lvl="3" indent="0" algn="r">
              <a:spcBef>
                <a:spcPts val="0"/>
              </a:spcBef>
              <a:buNone/>
              <a:defRPr sz="1500" b="1">
                <a:solidFill>
                  <a:schemeClr val="lt1"/>
                </a:solidFill>
                <a:latin typeface="Arial"/>
                <a:ea typeface="Arial"/>
                <a:cs typeface="Arial"/>
                <a:sym typeface="Arial"/>
              </a:defRPr>
            </a:lvl4pPr>
            <a:lvl5pPr marL="0" lvl="4" indent="0" algn="r">
              <a:spcBef>
                <a:spcPts val="0"/>
              </a:spcBef>
              <a:buNone/>
              <a:defRPr sz="1500" b="1">
                <a:solidFill>
                  <a:schemeClr val="lt1"/>
                </a:solidFill>
                <a:latin typeface="Arial"/>
                <a:ea typeface="Arial"/>
                <a:cs typeface="Arial"/>
                <a:sym typeface="Arial"/>
              </a:defRPr>
            </a:lvl5pPr>
            <a:lvl6pPr marL="0" lvl="5" indent="0" algn="r">
              <a:spcBef>
                <a:spcPts val="0"/>
              </a:spcBef>
              <a:buNone/>
              <a:defRPr sz="1500" b="1">
                <a:solidFill>
                  <a:schemeClr val="lt1"/>
                </a:solidFill>
                <a:latin typeface="Arial"/>
                <a:ea typeface="Arial"/>
                <a:cs typeface="Arial"/>
                <a:sym typeface="Arial"/>
              </a:defRPr>
            </a:lvl6pPr>
            <a:lvl7pPr marL="0" lvl="6" indent="0" algn="r">
              <a:spcBef>
                <a:spcPts val="0"/>
              </a:spcBef>
              <a:buNone/>
              <a:defRPr sz="1500" b="1">
                <a:solidFill>
                  <a:schemeClr val="lt1"/>
                </a:solidFill>
                <a:latin typeface="Arial"/>
                <a:ea typeface="Arial"/>
                <a:cs typeface="Arial"/>
                <a:sym typeface="Arial"/>
              </a:defRPr>
            </a:lvl7pPr>
            <a:lvl8pPr marL="0" lvl="7" indent="0" algn="r">
              <a:spcBef>
                <a:spcPts val="0"/>
              </a:spcBef>
              <a:buNone/>
              <a:defRPr sz="1500" b="1">
                <a:solidFill>
                  <a:schemeClr val="lt1"/>
                </a:solidFill>
                <a:latin typeface="Arial"/>
                <a:ea typeface="Arial"/>
                <a:cs typeface="Arial"/>
                <a:sym typeface="Arial"/>
              </a:defRPr>
            </a:lvl8pPr>
            <a:lvl9pPr marL="0" lvl="8" indent="0" algn="r">
              <a:spcBef>
                <a:spcPts val="0"/>
              </a:spcBef>
              <a:buNone/>
              <a:defRPr sz="1500" b="1">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954000" y="1890000"/>
            <a:ext cx="10279150" cy="365125"/>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203232"/>
              </a:buClr>
              <a:buSzPts val="3600"/>
              <a:buFont typeface="Arial"/>
              <a:buNone/>
              <a:defRPr sz="3600" b="1" i="0" u="none" strike="noStrike" cap="none">
                <a:solidFill>
                  <a:srgbClr val="20323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970139" y="2717600"/>
            <a:ext cx="10279150" cy="3175200"/>
          </a:xfrm>
          <a:prstGeom prst="rect">
            <a:avLst/>
          </a:prstGeom>
          <a:noFill/>
          <a:ln>
            <a:noFill/>
          </a:ln>
        </p:spPr>
        <p:txBody>
          <a:bodyPr spcFirstLastPara="1" wrap="square" lIns="0" tIns="0" rIns="0" bIns="0" anchor="t" anchorCtr="0">
            <a:noAutofit/>
          </a:bodyPr>
          <a:lstStyle>
            <a:lvl1pPr marL="457200" marR="0" lvl="0" indent="-228600" algn="l" rtl="0">
              <a:lnSpc>
                <a:spcPct val="120000"/>
              </a:lnSpc>
              <a:spcBef>
                <a:spcPts val="0"/>
              </a:spcBef>
              <a:spcAft>
                <a:spcPts val="0"/>
              </a:spcAft>
              <a:buClr>
                <a:srgbClr val="203232"/>
              </a:buClr>
              <a:buSzPts val="2400"/>
              <a:buFont typeface="Arial"/>
              <a:buNone/>
              <a:defRPr sz="2400" b="1" i="0" u="none" strike="noStrike" cap="none">
                <a:solidFill>
                  <a:srgbClr val="203232"/>
                </a:solidFill>
                <a:latin typeface="Arial"/>
                <a:ea typeface="Arial"/>
                <a:cs typeface="Arial"/>
                <a:sym typeface="Arial"/>
              </a:defRPr>
            </a:lvl1pPr>
            <a:lvl2pPr marL="914400" marR="0" lvl="1" indent="-228600" algn="l" rtl="0">
              <a:lnSpc>
                <a:spcPct val="120000"/>
              </a:lnSpc>
              <a:spcBef>
                <a:spcPts val="992"/>
              </a:spcBef>
              <a:spcAft>
                <a:spcPts val="0"/>
              </a:spcAft>
              <a:buClr>
                <a:srgbClr val="203232"/>
              </a:buClr>
              <a:buSzPts val="2400"/>
              <a:buFont typeface="Arial"/>
              <a:buNone/>
              <a:defRPr sz="2400" b="0" i="0" u="none" strike="noStrike" cap="none">
                <a:solidFill>
                  <a:srgbClr val="203232"/>
                </a:solidFill>
                <a:latin typeface="Arial"/>
                <a:ea typeface="Arial"/>
                <a:cs typeface="Arial"/>
                <a:sym typeface="Arial"/>
              </a:defRPr>
            </a:lvl2pPr>
            <a:lvl3pPr marL="1371600" marR="0" lvl="2" indent="-381000" algn="l" rtl="0">
              <a:lnSpc>
                <a:spcPct val="120000"/>
              </a:lnSpc>
              <a:spcBef>
                <a:spcPts val="992"/>
              </a:spcBef>
              <a:spcAft>
                <a:spcPts val="0"/>
              </a:spcAft>
              <a:buClr>
                <a:srgbClr val="203232"/>
              </a:buClr>
              <a:buSzPts val="2400"/>
              <a:buFont typeface="Arial"/>
              <a:buChar char="■"/>
              <a:defRPr sz="2400" b="0" i="0" u="none" strike="noStrike" cap="none">
                <a:solidFill>
                  <a:srgbClr val="203232"/>
                </a:solidFill>
                <a:latin typeface="Arial"/>
                <a:ea typeface="Arial"/>
                <a:cs typeface="Arial"/>
                <a:sym typeface="Arial"/>
              </a:defRPr>
            </a:lvl3pPr>
            <a:lvl4pPr marL="1828800" marR="0" lvl="3" indent="-228600" algn="l" rtl="0">
              <a:lnSpc>
                <a:spcPct val="120000"/>
              </a:lnSpc>
              <a:spcBef>
                <a:spcPts val="992"/>
              </a:spcBef>
              <a:spcAft>
                <a:spcPts val="0"/>
              </a:spcAft>
              <a:buClr>
                <a:srgbClr val="203232"/>
              </a:buClr>
              <a:buSzPts val="1800"/>
              <a:buFont typeface="Arial"/>
              <a:buNone/>
              <a:defRPr sz="1800" b="0" i="0" u="none" strike="noStrike" cap="none">
                <a:solidFill>
                  <a:srgbClr val="203232"/>
                </a:solidFill>
                <a:latin typeface="Arial"/>
                <a:ea typeface="Arial"/>
                <a:cs typeface="Arial"/>
                <a:sym typeface="Arial"/>
              </a:defRPr>
            </a:lvl4pPr>
            <a:lvl5pPr marL="2286000" marR="0" lvl="4" indent="-228600" algn="l" rtl="0">
              <a:lnSpc>
                <a:spcPct val="120000"/>
              </a:lnSpc>
              <a:spcBef>
                <a:spcPts val="0"/>
              </a:spcBef>
              <a:spcAft>
                <a:spcPts val="0"/>
              </a:spcAft>
              <a:buClr>
                <a:srgbClr val="203232"/>
              </a:buClr>
              <a:buSzPts val="1800"/>
              <a:buFont typeface="Arial"/>
              <a:buNone/>
              <a:defRPr sz="1800" b="1" i="0" u="none" strike="noStrike" cap="none">
                <a:solidFill>
                  <a:srgbClr val="20323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ftr" idx="11"/>
          </p:nvPr>
        </p:nvSpPr>
        <p:spPr>
          <a:xfrm>
            <a:off x="970139" y="775255"/>
            <a:ext cx="7176911" cy="230832"/>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500" b="0" i="0" u="none" strike="noStrike" cap="none">
                <a:solidFill>
                  <a:srgbClr val="8A8D8D"/>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sldNum" idx="12"/>
          </p:nvPr>
        </p:nvSpPr>
        <p:spPr>
          <a:xfrm>
            <a:off x="9821333" y="783355"/>
            <a:ext cx="1400528" cy="230832"/>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500" b="1" i="0" u="none" strike="noStrike" cap="none">
                <a:solidFill>
                  <a:srgbClr val="8A8D8D"/>
                </a:solidFill>
                <a:latin typeface="Arial"/>
                <a:ea typeface="Arial"/>
                <a:cs typeface="Arial"/>
                <a:sym typeface="Arial"/>
              </a:defRPr>
            </a:lvl1pPr>
            <a:lvl2pPr marL="0" marR="0" lvl="1" indent="0" algn="r" rtl="0">
              <a:spcBef>
                <a:spcPts val="0"/>
              </a:spcBef>
              <a:buNone/>
              <a:defRPr sz="1500" b="1" i="0" u="none" strike="noStrike" cap="none">
                <a:solidFill>
                  <a:srgbClr val="8A8D8D"/>
                </a:solidFill>
                <a:latin typeface="Arial"/>
                <a:ea typeface="Arial"/>
                <a:cs typeface="Arial"/>
                <a:sym typeface="Arial"/>
              </a:defRPr>
            </a:lvl2pPr>
            <a:lvl3pPr marL="0" marR="0" lvl="2" indent="0" algn="r" rtl="0">
              <a:spcBef>
                <a:spcPts val="0"/>
              </a:spcBef>
              <a:buNone/>
              <a:defRPr sz="1500" b="1" i="0" u="none" strike="noStrike" cap="none">
                <a:solidFill>
                  <a:srgbClr val="8A8D8D"/>
                </a:solidFill>
                <a:latin typeface="Arial"/>
                <a:ea typeface="Arial"/>
                <a:cs typeface="Arial"/>
                <a:sym typeface="Arial"/>
              </a:defRPr>
            </a:lvl3pPr>
            <a:lvl4pPr marL="0" marR="0" lvl="3" indent="0" algn="r" rtl="0">
              <a:spcBef>
                <a:spcPts val="0"/>
              </a:spcBef>
              <a:buNone/>
              <a:defRPr sz="1500" b="1" i="0" u="none" strike="noStrike" cap="none">
                <a:solidFill>
                  <a:srgbClr val="8A8D8D"/>
                </a:solidFill>
                <a:latin typeface="Arial"/>
                <a:ea typeface="Arial"/>
                <a:cs typeface="Arial"/>
                <a:sym typeface="Arial"/>
              </a:defRPr>
            </a:lvl4pPr>
            <a:lvl5pPr marL="0" marR="0" lvl="4" indent="0" algn="r" rtl="0">
              <a:spcBef>
                <a:spcPts val="0"/>
              </a:spcBef>
              <a:buNone/>
              <a:defRPr sz="1500" b="1" i="0" u="none" strike="noStrike" cap="none">
                <a:solidFill>
                  <a:srgbClr val="8A8D8D"/>
                </a:solidFill>
                <a:latin typeface="Arial"/>
                <a:ea typeface="Arial"/>
                <a:cs typeface="Arial"/>
                <a:sym typeface="Arial"/>
              </a:defRPr>
            </a:lvl5pPr>
            <a:lvl6pPr marL="0" marR="0" lvl="5" indent="0" algn="r" rtl="0">
              <a:spcBef>
                <a:spcPts val="0"/>
              </a:spcBef>
              <a:buNone/>
              <a:defRPr sz="1500" b="1" i="0" u="none" strike="noStrike" cap="none">
                <a:solidFill>
                  <a:srgbClr val="8A8D8D"/>
                </a:solidFill>
                <a:latin typeface="Arial"/>
                <a:ea typeface="Arial"/>
                <a:cs typeface="Arial"/>
                <a:sym typeface="Arial"/>
              </a:defRPr>
            </a:lvl6pPr>
            <a:lvl7pPr marL="0" marR="0" lvl="6" indent="0" algn="r" rtl="0">
              <a:spcBef>
                <a:spcPts val="0"/>
              </a:spcBef>
              <a:buNone/>
              <a:defRPr sz="1500" b="1" i="0" u="none" strike="noStrike" cap="none">
                <a:solidFill>
                  <a:srgbClr val="8A8D8D"/>
                </a:solidFill>
                <a:latin typeface="Arial"/>
                <a:ea typeface="Arial"/>
                <a:cs typeface="Arial"/>
                <a:sym typeface="Arial"/>
              </a:defRPr>
            </a:lvl7pPr>
            <a:lvl8pPr marL="0" marR="0" lvl="7" indent="0" algn="r" rtl="0">
              <a:spcBef>
                <a:spcPts val="0"/>
              </a:spcBef>
              <a:buNone/>
              <a:defRPr sz="1500" b="1" i="0" u="none" strike="noStrike" cap="none">
                <a:solidFill>
                  <a:srgbClr val="8A8D8D"/>
                </a:solidFill>
                <a:latin typeface="Arial"/>
                <a:ea typeface="Arial"/>
                <a:cs typeface="Arial"/>
                <a:sym typeface="Arial"/>
              </a:defRPr>
            </a:lvl8pPr>
            <a:lvl9pPr marL="0" marR="0" lvl="8" indent="0" algn="r" rtl="0">
              <a:spcBef>
                <a:spcPts val="0"/>
              </a:spcBef>
              <a:buNone/>
              <a:defRPr sz="1500" b="1" i="0" u="none" strike="noStrike" cap="none">
                <a:solidFill>
                  <a:srgbClr val="8A8D8D"/>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3840">
          <p15:clr>
            <a:srgbClr val="F26B43"/>
          </p15:clr>
        </p15:guide>
        <p15:guide id="2" pos="604">
          <p15:clr>
            <a:srgbClr val="F26B43"/>
          </p15:clr>
        </p15:guide>
        <p15:guide id="3" pos="7076">
          <p15:clr>
            <a:srgbClr val="F26B43"/>
          </p15:clr>
        </p15:guide>
        <p15:guide id="4" orient="horz" pos="2160">
          <p15:clr>
            <a:srgbClr val="F26B43"/>
          </p15:clr>
        </p15:guide>
        <p15:guide id="5" orient="horz">
          <p15:clr>
            <a:srgbClr val="F26B43"/>
          </p15:clr>
        </p15:guide>
        <p15:guide id="6" orient="horz" pos="604">
          <p15:clr>
            <a:srgbClr val="F26B43"/>
          </p15:clr>
        </p15:guide>
        <p15:guide id="7" orient="horz" pos="3712">
          <p15:clr>
            <a:srgbClr val="F26B43"/>
          </p15:clr>
        </p15:guide>
        <p15:guide id="8" orient="horz" pos="118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vishalmadhira24/7COM1079-0901-2025-Project"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5"/>
        <p:cNvGrpSpPr/>
        <p:nvPr/>
      </p:nvGrpSpPr>
      <p:grpSpPr>
        <a:xfrm>
          <a:off x="0" y="0"/>
          <a:ext cx="0" cy="0"/>
          <a:chOff x="0" y="0"/>
          <a:chExt cx="0" cy="0"/>
        </a:xfrm>
      </p:grpSpPr>
      <p:sp>
        <p:nvSpPr>
          <p:cNvPr id="96" name="Google Shape;96;p16"/>
          <p:cNvSpPr txBox="1">
            <a:spLocks noGrp="1"/>
          </p:cNvSpPr>
          <p:nvPr>
            <p:ph type="ctrTitle"/>
          </p:nvPr>
        </p:nvSpPr>
        <p:spPr>
          <a:xfrm>
            <a:off x="953999" y="2579715"/>
            <a:ext cx="10031157" cy="2160000"/>
          </a:xfrm>
          <a:prstGeom prst="rect">
            <a:avLst/>
          </a:prstGeom>
          <a:noFill/>
          <a:ln>
            <a:noFill/>
          </a:ln>
        </p:spPr>
        <p:txBody>
          <a:bodyPr spcFirstLastPara="1" wrap="square" lIns="0" tIns="0" rIns="0" bIns="0" anchor="t" anchorCtr="0">
            <a:normAutofit fontScale="90000"/>
          </a:bodyPr>
          <a:lstStyle/>
          <a:p>
            <a:pPr>
              <a:lnSpc>
                <a:spcPct val="100000"/>
              </a:lnSpc>
              <a:buSzPct val="100000"/>
            </a:pPr>
            <a:r>
              <a:rPr lang="en-GB" dirty="0"/>
              <a:t>Research Question – </a:t>
            </a:r>
            <a:br>
              <a:rPr lang="en-GB" dirty="0"/>
            </a:br>
            <a:r>
              <a:rPr lang="en-US" sz="3100" dirty="0"/>
              <a:t>Is there a difference in the mean of minute (goal timing) between own goals and regular goals?</a:t>
            </a:r>
            <a:br>
              <a:rPr lang="en-GB" sz="4000" dirty="0"/>
            </a:br>
            <a:br>
              <a:rPr lang="en-GB" sz="4000" dirty="0"/>
            </a:br>
            <a:r>
              <a:rPr lang="en-GB" sz="2200" dirty="0"/>
              <a:t>Date: 11/12/2025 </a:t>
            </a:r>
            <a:br>
              <a:rPr lang="en-GB" sz="8000" dirty="0"/>
            </a:br>
            <a:endParaRPr dirty="0"/>
          </a:p>
        </p:txBody>
      </p:sp>
      <p:sp>
        <p:nvSpPr>
          <p:cNvPr id="97" name="Google Shape;97;p16"/>
          <p:cNvSpPr txBox="1">
            <a:spLocks noGrp="1"/>
          </p:cNvSpPr>
          <p:nvPr>
            <p:ph type="subTitle" idx="1"/>
          </p:nvPr>
        </p:nvSpPr>
        <p:spPr>
          <a:xfrm>
            <a:off x="953999" y="1834582"/>
            <a:ext cx="10031156" cy="360000"/>
          </a:xfrm>
          <a:prstGeom prst="rect">
            <a:avLst/>
          </a:prstGeom>
          <a:noFill/>
          <a:ln>
            <a:noFill/>
          </a:ln>
        </p:spPr>
        <p:txBody>
          <a:bodyPr spcFirstLastPara="1" wrap="square" lIns="0" tIns="0" rIns="0" bIns="0" anchor="t" anchorCtr="0">
            <a:noAutofit/>
          </a:bodyPr>
          <a:lstStyle/>
          <a:p>
            <a:pPr marL="0" indent="0" algn="ctr">
              <a:lnSpc>
                <a:spcPct val="144000"/>
              </a:lnSpc>
              <a:buSzPts val="2000"/>
            </a:pPr>
            <a:r>
              <a:rPr lang="en-GB" sz="1600" dirty="0"/>
              <a:t>Group Name: A 102                       Name of Student Presenting: PAVAN KUMAR MUKKALA</a:t>
            </a:r>
            <a:endParaRPr sz="2800" dirty="0"/>
          </a:p>
        </p:txBody>
      </p:sp>
      <p:sp>
        <p:nvSpPr>
          <p:cNvPr id="98" name="Google Shape;98;p16"/>
          <p:cNvSpPr txBox="1">
            <a:spLocks noGrp="1"/>
          </p:cNvSpPr>
          <p:nvPr>
            <p:ph type="ftr" idx="11"/>
          </p:nvPr>
        </p:nvSpPr>
        <p:spPr>
          <a:xfrm>
            <a:off x="771525" y="274320"/>
            <a:ext cx="10987088" cy="736245"/>
          </a:xfrm>
          <a:prstGeom prst="rect">
            <a:avLst/>
          </a:prstGeom>
          <a:noFill/>
          <a:ln>
            <a:noFill/>
          </a:ln>
        </p:spPr>
        <p:txBody>
          <a:bodyPr spcFirstLastPara="1" wrap="square" lIns="0" tIns="0" rIns="0" bIns="0" anchor="t" anchorCtr="0">
            <a:noAutofit/>
          </a:bodyPr>
          <a:lstStyle/>
          <a:p>
            <a:r>
              <a:rPr lang="en-GB" dirty="0"/>
              <a:t>7COM1079-0901-2025   Student Group No: A 102                Names of Student Attendees : VISHAL MADHIRA</a:t>
            </a:r>
          </a:p>
          <a:p>
            <a:pPr lvl="0"/>
            <a:r>
              <a:rPr lang="en-GB" dirty="0"/>
              <a:t>                                                                                                                                                 VENKATA NARAYANA TANIKONDA</a:t>
            </a:r>
          </a:p>
          <a:p>
            <a:pPr lvl="0"/>
            <a:r>
              <a:rPr lang="en-GB" dirty="0"/>
              <a:t>                                                                                                                                                 PAVAN KUMAR MUKKALA</a:t>
            </a:r>
          </a:p>
          <a:p>
            <a:pPr lvl="0"/>
            <a:r>
              <a:rPr lang="en-GB" dirty="0"/>
              <a:t>                                                                                                                                                 SUDHEER KUMAR KETHAVATH</a:t>
            </a:r>
          </a:p>
          <a:p>
            <a:pPr lvl="0"/>
            <a:r>
              <a:rPr lang="en-GB" dirty="0"/>
              <a:t>                                                                                                                                                 VYSHNAVI KARI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7"/>
          <p:cNvSpPr txBox="1">
            <a:spLocks noGrp="1"/>
          </p:cNvSpPr>
          <p:nvPr>
            <p:ph type="subTitle" idx="1"/>
          </p:nvPr>
        </p:nvSpPr>
        <p:spPr>
          <a:xfrm>
            <a:off x="965288" y="1427292"/>
            <a:ext cx="10110240" cy="588024"/>
          </a:xfrm>
          <a:prstGeom prst="rect">
            <a:avLst/>
          </a:prstGeom>
          <a:noFill/>
          <a:ln>
            <a:noFill/>
          </a:ln>
        </p:spPr>
        <p:txBody>
          <a:bodyPr spcFirstLastPara="1" wrap="square" lIns="0" tIns="0" rIns="0" bIns="0" anchor="t" anchorCtr="0">
            <a:noAutofit/>
          </a:bodyPr>
          <a:lstStyle/>
          <a:p>
            <a:pPr marL="0" indent="0" algn="ctr"/>
            <a:r>
              <a:rPr lang="en-GB" sz="2900" dirty="0">
                <a:solidFill>
                  <a:schemeClr val="tx1"/>
                </a:solidFill>
              </a:rPr>
              <a:t>Dataset ID: </a:t>
            </a:r>
            <a:r>
              <a:rPr lang="en-US" sz="3200" dirty="0"/>
              <a:t>Female Footballers Dataset (ds260)</a:t>
            </a:r>
          </a:p>
          <a:p>
            <a:pPr marL="0" lvl="0" indent="0" algn="ctr"/>
            <a:endParaRPr sz="2900" dirty="0">
              <a:solidFill>
                <a:schemeClr val="tx1"/>
              </a:solidFill>
            </a:endParaRPr>
          </a:p>
        </p:txBody>
      </p:sp>
      <p:sp>
        <p:nvSpPr>
          <p:cNvPr id="105" name="Google Shape;105;p17"/>
          <p:cNvSpPr txBox="1">
            <a:spLocks noGrp="1"/>
          </p:cNvSpPr>
          <p:nvPr>
            <p:ph type="ftr" idx="11"/>
          </p:nvPr>
        </p:nvSpPr>
        <p:spPr>
          <a:xfrm>
            <a:off x="965288" y="785206"/>
            <a:ext cx="9717183" cy="225015"/>
          </a:xfrm>
          <a:prstGeom prst="rect">
            <a:avLst/>
          </a:prstGeom>
          <a:noFill/>
          <a:ln>
            <a:noFill/>
          </a:ln>
        </p:spPr>
        <p:txBody>
          <a:bodyPr spcFirstLastPara="1" wrap="square" lIns="0" tIns="0" rIns="0" bIns="0" anchor="t" anchorCtr="0">
            <a:noAutofit/>
          </a:bodyPr>
          <a:lstStyle/>
          <a:p>
            <a:pPr algn="ctr"/>
            <a:r>
              <a:rPr lang="en-GB" dirty="0"/>
              <a:t>7COM1079-0901-2025  Student Group No: A 102          Names of Student Group Attendees: PAVAN KUMAR</a:t>
            </a:r>
            <a:endParaRPr lang="en-US" dirty="0"/>
          </a:p>
        </p:txBody>
      </p:sp>
      <p:sp>
        <p:nvSpPr>
          <p:cNvPr id="106" name="Google Shape;106;p17"/>
          <p:cNvSpPr txBox="1">
            <a:spLocks noGrp="1"/>
          </p:cNvSpPr>
          <p:nvPr>
            <p:ph type="sldNum" idx="12"/>
          </p:nvPr>
        </p:nvSpPr>
        <p:spPr>
          <a:xfrm>
            <a:off x="10954512" y="555565"/>
            <a:ext cx="622800" cy="230832"/>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en-GB"/>
              <a:t>2</a:t>
            </a:r>
            <a:endParaRPr/>
          </a:p>
        </p:txBody>
      </p:sp>
      <p:sp>
        <p:nvSpPr>
          <p:cNvPr id="107" name="Google Shape;107;p17"/>
          <p:cNvSpPr txBox="1">
            <a:spLocks noGrp="1"/>
          </p:cNvSpPr>
          <p:nvPr>
            <p:ph type="ctrTitle"/>
          </p:nvPr>
        </p:nvSpPr>
        <p:spPr>
          <a:xfrm>
            <a:off x="965288" y="2250773"/>
            <a:ext cx="10974900" cy="4271700"/>
          </a:xfrm>
          <a:prstGeom prst="rect">
            <a:avLst/>
          </a:prstGeom>
          <a:noFill/>
          <a:ln>
            <a:noFill/>
          </a:ln>
        </p:spPr>
        <p:txBody>
          <a:bodyPr spcFirstLastPara="1" wrap="square" lIns="0" tIns="0" rIns="0" bIns="0" anchor="t" anchorCtr="0">
            <a:noAutofit/>
          </a:bodyPr>
          <a:lstStyle/>
          <a:p>
            <a:pPr>
              <a:lnSpc>
                <a:spcPct val="100000"/>
              </a:lnSpc>
            </a:pPr>
            <a:r>
              <a:rPr lang="en-US" sz="2400" b="0" dirty="0">
                <a:latin typeface="Calibri"/>
                <a:ea typeface="Calibri"/>
                <a:cs typeface="Calibri"/>
                <a:sym typeface="Calibri"/>
              </a:rPr>
              <a:t>This dataset is interesting to us because it provides detailed goal-scoring data from women's international football matches from 1984 to 2025, allowing us to analyze timing patterns, own-goal occurrences, and trends over time to inform strategies in women's sports analytics.</a:t>
            </a:r>
            <a:br>
              <a:rPr lang="en-US" sz="2400" b="0" dirty="0">
                <a:latin typeface="Calibri"/>
                <a:ea typeface="Calibri"/>
                <a:cs typeface="Calibri"/>
                <a:sym typeface="Calibri"/>
              </a:rPr>
            </a:br>
            <a:br>
              <a:rPr lang="en-US" sz="2400" b="0" dirty="0">
                <a:latin typeface="Calibri"/>
                <a:ea typeface="Calibri"/>
                <a:cs typeface="Calibri"/>
                <a:sym typeface="Calibri"/>
              </a:rPr>
            </a:br>
            <a:r>
              <a:rPr lang="en-US" sz="2400" b="0" dirty="0">
                <a:latin typeface="Calibri"/>
                <a:ea typeface="Calibri"/>
                <a:cs typeface="Calibri"/>
                <a:sym typeface="Calibri"/>
              </a:rPr>
              <a:t>Our Independent variable is: Own Goal Status (TRUE/FALSE)This Independent variable datatype is: Nominal/Categorical Our Dependent variable is: Minute of Goal This Dependent variable datatype is: Interval/Measurement Data</a:t>
            </a:r>
            <a:endParaRPr lang="en-US" sz="1600" b="0" dirty="0">
              <a:latin typeface="Calibri"/>
              <a:ea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8"/>
          <p:cNvSpPr txBox="1">
            <a:spLocks noGrp="1"/>
          </p:cNvSpPr>
          <p:nvPr>
            <p:ph type="subTitle" idx="1"/>
          </p:nvPr>
        </p:nvSpPr>
        <p:spPr>
          <a:xfrm>
            <a:off x="965289" y="1267182"/>
            <a:ext cx="9753625" cy="230832"/>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2"/>
              </a:buClr>
              <a:buSzPts val="3600"/>
              <a:buNone/>
            </a:pPr>
            <a:r>
              <a:rPr lang="en-GB" dirty="0"/>
              <a:t>Our Research Question is </a:t>
            </a:r>
            <a:endParaRPr dirty="0"/>
          </a:p>
        </p:txBody>
      </p:sp>
      <p:sp>
        <p:nvSpPr>
          <p:cNvPr id="115" name="Google Shape;115;p18"/>
          <p:cNvSpPr txBox="1">
            <a:spLocks noGrp="1"/>
          </p:cNvSpPr>
          <p:nvPr>
            <p:ph type="ftr" idx="11"/>
          </p:nvPr>
        </p:nvSpPr>
        <p:spPr>
          <a:xfrm>
            <a:off x="965289" y="791022"/>
            <a:ext cx="7176911" cy="230832"/>
          </a:xfrm>
          <a:prstGeom prst="rect">
            <a:avLst/>
          </a:prstGeom>
          <a:noFill/>
          <a:ln>
            <a:noFill/>
          </a:ln>
        </p:spPr>
        <p:txBody>
          <a:bodyPr spcFirstLastPara="1" wrap="square" lIns="0" tIns="0" rIns="0" bIns="0" anchor="t" anchorCtr="0">
            <a:noAutofit/>
          </a:bodyPr>
          <a:lstStyle/>
          <a:p>
            <a:r>
              <a:rPr lang="en-GB" dirty="0"/>
              <a:t>7COM1079-0901-2025  Student Group No: A 102</a:t>
            </a:r>
            <a:endParaRPr dirty="0"/>
          </a:p>
        </p:txBody>
      </p:sp>
      <p:sp>
        <p:nvSpPr>
          <p:cNvPr id="116" name="Google Shape;116;p18"/>
          <p:cNvSpPr txBox="1">
            <a:spLocks noGrp="1"/>
          </p:cNvSpPr>
          <p:nvPr>
            <p:ph type="sldNum" idx="12"/>
          </p:nvPr>
        </p:nvSpPr>
        <p:spPr>
          <a:xfrm>
            <a:off x="10616400" y="791022"/>
            <a:ext cx="622800" cy="230832"/>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en-GB"/>
              <a:t>3</a:t>
            </a:r>
            <a:endParaRPr/>
          </a:p>
        </p:txBody>
      </p:sp>
      <p:sp>
        <p:nvSpPr>
          <p:cNvPr id="117" name="Google Shape;117;p18"/>
          <p:cNvSpPr txBox="1">
            <a:spLocks noGrp="1"/>
          </p:cNvSpPr>
          <p:nvPr>
            <p:ph type="ctrTitle"/>
          </p:nvPr>
        </p:nvSpPr>
        <p:spPr>
          <a:xfrm>
            <a:off x="965300" y="1893928"/>
            <a:ext cx="10640700" cy="3356700"/>
          </a:xfrm>
          <a:prstGeom prst="rect">
            <a:avLst/>
          </a:prstGeom>
          <a:noFill/>
          <a:ln>
            <a:noFill/>
          </a:ln>
        </p:spPr>
        <p:txBody>
          <a:bodyPr spcFirstLastPara="1" wrap="square" lIns="0" tIns="0" rIns="0" bIns="0" anchor="t" anchorCtr="0">
            <a:noAutofit/>
          </a:bodyPr>
          <a:lstStyle/>
          <a:p>
            <a:pPr>
              <a:lnSpc>
                <a:spcPct val="100000"/>
              </a:lnSpc>
              <a:buSzPts val="2400"/>
            </a:pPr>
            <a:r>
              <a:rPr lang="en-GB" sz="2400" b="0" dirty="0">
                <a:latin typeface="Calibri"/>
                <a:ea typeface="Calibri"/>
                <a:cs typeface="Calibri"/>
                <a:sym typeface="Calibri"/>
              </a:rPr>
              <a:t> </a:t>
            </a:r>
            <a:r>
              <a:rPr lang="en-US" sz="2400" b="0" dirty="0">
                <a:latin typeface="Calibri"/>
                <a:ea typeface="Calibri"/>
                <a:cs typeface="Calibri"/>
                <a:sym typeface="Calibri"/>
              </a:rPr>
              <a:t>“Is the average minute at which own goals are scored different from the average minute at which regular goals are scored in women's international football matches?</a:t>
            </a:r>
            <a:br>
              <a:rPr lang="en-US" sz="2400" b="0" dirty="0">
                <a:latin typeface="Calibri"/>
                <a:ea typeface="Calibri"/>
                <a:cs typeface="Calibri"/>
                <a:sym typeface="Calibri"/>
              </a:rPr>
            </a:br>
            <a:br>
              <a:rPr lang="en-US" sz="2400" b="0" dirty="0">
                <a:latin typeface="Calibri"/>
                <a:ea typeface="Calibri"/>
                <a:cs typeface="Calibri"/>
                <a:sym typeface="Calibri"/>
              </a:rPr>
            </a:br>
            <a:r>
              <a:rPr lang="en-US" sz="2400" b="0" dirty="0">
                <a:latin typeface="Calibri"/>
                <a:ea typeface="Calibri"/>
                <a:cs typeface="Calibri"/>
                <a:sym typeface="Calibri"/>
              </a:rPr>
              <a:t>”Null Hypothesis (H₀): The average minute at which own goals are scored is equal to the average minute at which regular goals are scored in women's international football matches. Alternative Hypothesis (H₁): The average minute at which own goals are scored is not equal to the average minute at which regular goals are scored in women's international football matches.</a:t>
            </a:r>
            <a:endParaRPr sz="1900" b="0" dirty="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D2DC247D-606D-33BC-5369-E5F0A5E450EE}"/>
            </a:ext>
          </a:extLst>
        </p:cNvPr>
        <p:cNvGrpSpPr/>
        <p:nvPr/>
      </p:nvGrpSpPr>
      <p:grpSpPr>
        <a:xfrm>
          <a:off x="0" y="0"/>
          <a:ext cx="0" cy="0"/>
          <a:chOff x="0" y="0"/>
          <a:chExt cx="0" cy="0"/>
        </a:xfrm>
      </p:grpSpPr>
      <p:sp>
        <p:nvSpPr>
          <p:cNvPr id="114" name="Google Shape;114;p18">
            <a:extLst>
              <a:ext uri="{FF2B5EF4-FFF2-40B4-BE49-F238E27FC236}">
                <a16:creationId xmlns:a16="http://schemas.microsoft.com/office/drawing/2014/main" id="{CFFF0117-68B6-DC2E-4B7C-54AB2A2E0EF6}"/>
              </a:ext>
            </a:extLst>
          </p:cNvPr>
          <p:cNvSpPr txBox="1">
            <a:spLocks noGrp="1"/>
          </p:cNvSpPr>
          <p:nvPr>
            <p:ph type="subTitle" idx="1"/>
          </p:nvPr>
        </p:nvSpPr>
        <p:spPr>
          <a:xfrm>
            <a:off x="965289" y="1267182"/>
            <a:ext cx="9753625" cy="230832"/>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2"/>
              </a:buClr>
              <a:buSzPts val="3600"/>
              <a:buNone/>
            </a:pPr>
            <a:r>
              <a:rPr lang="en-GB" dirty="0"/>
              <a:t>Background Research</a:t>
            </a:r>
            <a:endParaRPr dirty="0"/>
          </a:p>
        </p:txBody>
      </p:sp>
      <p:sp>
        <p:nvSpPr>
          <p:cNvPr id="115" name="Google Shape;115;p18">
            <a:extLst>
              <a:ext uri="{FF2B5EF4-FFF2-40B4-BE49-F238E27FC236}">
                <a16:creationId xmlns:a16="http://schemas.microsoft.com/office/drawing/2014/main" id="{BCB96FFA-6D03-0D95-3AAB-3977B727BA29}"/>
              </a:ext>
            </a:extLst>
          </p:cNvPr>
          <p:cNvSpPr txBox="1">
            <a:spLocks noGrp="1"/>
          </p:cNvSpPr>
          <p:nvPr>
            <p:ph type="ftr" idx="11"/>
          </p:nvPr>
        </p:nvSpPr>
        <p:spPr>
          <a:xfrm>
            <a:off x="965289" y="791022"/>
            <a:ext cx="7176911" cy="230832"/>
          </a:xfrm>
          <a:prstGeom prst="rect">
            <a:avLst/>
          </a:prstGeom>
          <a:noFill/>
          <a:ln>
            <a:noFill/>
          </a:ln>
        </p:spPr>
        <p:txBody>
          <a:bodyPr spcFirstLastPara="1" wrap="square" lIns="0" tIns="0" rIns="0" bIns="0" anchor="t" anchorCtr="0">
            <a:noAutofit/>
          </a:bodyPr>
          <a:lstStyle/>
          <a:p>
            <a:r>
              <a:rPr lang="en-GB" dirty="0"/>
              <a:t>7COM1079-0901-2025  Student Group No: A 102</a:t>
            </a:r>
            <a:endParaRPr dirty="0"/>
          </a:p>
        </p:txBody>
      </p:sp>
      <p:sp>
        <p:nvSpPr>
          <p:cNvPr id="116" name="Google Shape;116;p18">
            <a:extLst>
              <a:ext uri="{FF2B5EF4-FFF2-40B4-BE49-F238E27FC236}">
                <a16:creationId xmlns:a16="http://schemas.microsoft.com/office/drawing/2014/main" id="{E0D5D344-0CF7-6D60-637F-F84EA4DD1E5E}"/>
              </a:ext>
            </a:extLst>
          </p:cNvPr>
          <p:cNvSpPr txBox="1">
            <a:spLocks noGrp="1"/>
          </p:cNvSpPr>
          <p:nvPr>
            <p:ph type="sldNum" idx="12"/>
          </p:nvPr>
        </p:nvSpPr>
        <p:spPr>
          <a:xfrm>
            <a:off x="10616400" y="791022"/>
            <a:ext cx="622800" cy="230832"/>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en-GB"/>
              <a:t>3</a:t>
            </a:r>
            <a:endParaRPr/>
          </a:p>
        </p:txBody>
      </p:sp>
      <p:sp>
        <p:nvSpPr>
          <p:cNvPr id="2" name="Title 1">
            <a:extLst>
              <a:ext uri="{FF2B5EF4-FFF2-40B4-BE49-F238E27FC236}">
                <a16:creationId xmlns:a16="http://schemas.microsoft.com/office/drawing/2014/main" id="{6C4289E9-415F-ED8C-C720-7FD13F5B6336}"/>
              </a:ext>
            </a:extLst>
          </p:cNvPr>
          <p:cNvSpPr>
            <a:spLocks noGrp="1" noChangeArrowheads="1"/>
          </p:cNvSpPr>
          <p:nvPr>
            <p:ph type="ctrTitle"/>
          </p:nvPr>
        </p:nvSpPr>
        <p:spPr bwMode="auto">
          <a:xfrm>
            <a:off x="714376" y="1786340"/>
            <a:ext cx="1089183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Sanmiguel-Codina et al. (2025): Analyzed 95 goals in UEFA Women's EURO 2022, finding assists from lateral corridors and shots from central zones, many aerial and first-touch; highlighted second-half goals but limited focus on own goals as errors.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Martínez-Hernández et al. (2024): Examined movements in Women's Super League, identifying linear motions as predominant before goals, with role-specific differences in intensities; emphasized high-intensity actions and potential late-match defensive errors.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Mesquita et al. (2023): Analyzed 174 goals from elite teams, revealing most from organized attacks and set pieces, with mid-match peaks; called for deeper temporal analysis of errors like own goals in women's football. </a:t>
            </a:r>
          </a:p>
        </p:txBody>
      </p:sp>
    </p:spTree>
    <p:extLst>
      <p:ext uri="{BB962C8B-B14F-4D97-AF65-F5344CB8AC3E}">
        <p14:creationId xmlns:p14="http://schemas.microsoft.com/office/powerpoint/2010/main" val="2496736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F2F5F5E7-B4EC-57A9-4851-F1915EBCD940}"/>
            </a:ext>
          </a:extLst>
        </p:cNvPr>
        <p:cNvGrpSpPr/>
        <p:nvPr/>
      </p:nvGrpSpPr>
      <p:grpSpPr>
        <a:xfrm>
          <a:off x="0" y="0"/>
          <a:ext cx="0" cy="0"/>
          <a:chOff x="0" y="0"/>
          <a:chExt cx="0" cy="0"/>
        </a:xfrm>
      </p:grpSpPr>
      <p:sp>
        <p:nvSpPr>
          <p:cNvPr id="114" name="Google Shape;114;p18">
            <a:extLst>
              <a:ext uri="{FF2B5EF4-FFF2-40B4-BE49-F238E27FC236}">
                <a16:creationId xmlns:a16="http://schemas.microsoft.com/office/drawing/2014/main" id="{27595F5E-CB20-E7F1-ECC8-A6D9D36AD590}"/>
              </a:ext>
            </a:extLst>
          </p:cNvPr>
          <p:cNvSpPr txBox="1">
            <a:spLocks noGrp="1"/>
          </p:cNvSpPr>
          <p:nvPr>
            <p:ph type="subTitle" idx="1"/>
          </p:nvPr>
        </p:nvSpPr>
        <p:spPr>
          <a:xfrm>
            <a:off x="965289" y="1267182"/>
            <a:ext cx="9753625" cy="230832"/>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2"/>
              </a:buClr>
              <a:buSzPts val="3600"/>
              <a:buNone/>
            </a:pPr>
            <a:r>
              <a:rPr lang="en-GB" dirty="0"/>
              <a:t>Visualizations</a:t>
            </a:r>
            <a:endParaRPr dirty="0"/>
          </a:p>
        </p:txBody>
      </p:sp>
      <p:sp>
        <p:nvSpPr>
          <p:cNvPr id="115" name="Google Shape;115;p18">
            <a:extLst>
              <a:ext uri="{FF2B5EF4-FFF2-40B4-BE49-F238E27FC236}">
                <a16:creationId xmlns:a16="http://schemas.microsoft.com/office/drawing/2014/main" id="{5970D960-3D79-54B8-2F99-B763E39E87C3}"/>
              </a:ext>
            </a:extLst>
          </p:cNvPr>
          <p:cNvSpPr txBox="1">
            <a:spLocks noGrp="1"/>
          </p:cNvSpPr>
          <p:nvPr>
            <p:ph type="ftr" idx="11"/>
          </p:nvPr>
        </p:nvSpPr>
        <p:spPr>
          <a:xfrm>
            <a:off x="965289" y="791022"/>
            <a:ext cx="7176911" cy="230832"/>
          </a:xfrm>
          <a:prstGeom prst="rect">
            <a:avLst/>
          </a:prstGeom>
          <a:noFill/>
          <a:ln>
            <a:noFill/>
          </a:ln>
        </p:spPr>
        <p:txBody>
          <a:bodyPr spcFirstLastPara="1" wrap="square" lIns="0" tIns="0" rIns="0" bIns="0" anchor="t" anchorCtr="0">
            <a:noAutofit/>
          </a:bodyPr>
          <a:lstStyle/>
          <a:p>
            <a:r>
              <a:rPr lang="en-GB" dirty="0"/>
              <a:t>7COM1079-0901-2025  Student Group No: A 102</a:t>
            </a:r>
            <a:endParaRPr dirty="0"/>
          </a:p>
        </p:txBody>
      </p:sp>
      <p:sp>
        <p:nvSpPr>
          <p:cNvPr id="116" name="Google Shape;116;p18">
            <a:extLst>
              <a:ext uri="{FF2B5EF4-FFF2-40B4-BE49-F238E27FC236}">
                <a16:creationId xmlns:a16="http://schemas.microsoft.com/office/drawing/2014/main" id="{2FE2A152-44F8-BDF1-5001-44EACB6AB9CD}"/>
              </a:ext>
            </a:extLst>
          </p:cNvPr>
          <p:cNvSpPr txBox="1">
            <a:spLocks noGrp="1"/>
          </p:cNvSpPr>
          <p:nvPr>
            <p:ph type="sldNum" idx="12"/>
          </p:nvPr>
        </p:nvSpPr>
        <p:spPr>
          <a:xfrm>
            <a:off x="10616400" y="791022"/>
            <a:ext cx="622800" cy="230832"/>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en-GB"/>
              <a:t>3</a:t>
            </a:r>
            <a:endParaRPr/>
          </a:p>
        </p:txBody>
      </p:sp>
      <p:sp>
        <p:nvSpPr>
          <p:cNvPr id="3" name="Title 2">
            <a:extLst>
              <a:ext uri="{FF2B5EF4-FFF2-40B4-BE49-F238E27FC236}">
                <a16:creationId xmlns:a16="http://schemas.microsoft.com/office/drawing/2014/main" id="{8F92411C-6470-CCF2-1A9D-0545E8D202F4}"/>
              </a:ext>
            </a:extLst>
          </p:cNvPr>
          <p:cNvSpPr>
            <a:spLocks noGrp="1"/>
          </p:cNvSpPr>
          <p:nvPr>
            <p:ph type="ctrTitle"/>
          </p:nvPr>
        </p:nvSpPr>
        <p:spPr>
          <a:xfrm>
            <a:off x="954000" y="2200275"/>
            <a:ext cx="5018176" cy="771526"/>
          </a:xfrm>
        </p:spPr>
        <p:txBody>
          <a:bodyPr>
            <a:normAutofit fontScale="90000"/>
          </a:bodyPr>
          <a:lstStyle/>
          <a:p>
            <a:r>
              <a:rPr lang="en-US" sz="2400" dirty="0"/>
              <a:t>Histogram showing Goal minutes by Own Goal status</a:t>
            </a:r>
          </a:p>
        </p:txBody>
      </p:sp>
      <p:pic>
        <p:nvPicPr>
          <p:cNvPr id="4" name="Picture 3">
            <a:extLst>
              <a:ext uri="{FF2B5EF4-FFF2-40B4-BE49-F238E27FC236}">
                <a16:creationId xmlns:a16="http://schemas.microsoft.com/office/drawing/2014/main" id="{8C84D691-1F56-2B8D-0EB8-F8355924C1D1}"/>
              </a:ext>
            </a:extLst>
          </p:cNvPr>
          <p:cNvPicPr>
            <a:picLocks noChangeAspect="1"/>
          </p:cNvPicPr>
          <p:nvPr/>
        </p:nvPicPr>
        <p:blipFill>
          <a:blip r:embed="rId3"/>
          <a:stretch>
            <a:fillRect/>
          </a:stretch>
        </p:blipFill>
        <p:spPr>
          <a:xfrm>
            <a:off x="6312729" y="1267182"/>
            <a:ext cx="5641916" cy="4601359"/>
          </a:xfrm>
          <a:prstGeom prst="rect">
            <a:avLst/>
          </a:prstGeom>
        </p:spPr>
      </p:pic>
    </p:spTree>
    <p:extLst>
      <p:ext uri="{BB962C8B-B14F-4D97-AF65-F5344CB8AC3E}">
        <p14:creationId xmlns:p14="http://schemas.microsoft.com/office/powerpoint/2010/main" val="2035472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21300E84-FEF7-B877-2061-D3C27D6CF1CF}"/>
            </a:ext>
          </a:extLst>
        </p:cNvPr>
        <p:cNvGrpSpPr/>
        <p:nvPr/>
      </p:nvGrpSpPr>
      <p:grpSpPr>
        <a:xfrm>
          <a:off x="0" y="0"/>
          <a:ext cx="0" cy="0"/>
          <a:chOff x="0" y="0"/>
          <a:chExt cx="0" cy="0"/>
        </a:xfrm>
      </p:grpSpPr>
      <p:sp>
        <p:nvSpPr>
          <p:cNvPr id="114" name="Google Shape;114;p18">
            <a:extLst>
              <a:ext uri="{FF2B5EF4-FFF2-40B4-BE49-F238E27FC236}">
                <a16:creationId xmlns:a16="http://schemas.microsoft.com/office/drawing/2014/main" id="{55BAE8C3-FB75-A9DB-B2D7-41418968EF88}"/>
              </a:ext>
            </a:extLst>
          </p:cNvPr>
          <p:cNvSpPr txBox="1">
            <a:spLocks noGrp="1"/>
          </p:cNvSpPr>
          <p:nvPr>
            <p:ph type="subTitle" idx="1"/>
          </p:nvPr>
        </p:nvSpPr>
        <p:spPr>
          <a:xfrm>
            <a:off x="965289" y="1267182"/>
            <a:ext cx="9753625" cy="230832"/>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2"/>
              </a:buClr>
              <a:buSzPts val="3600"/>
              <a:buNone/>
            </a:pPr>
            <a:r>
              <a:rPr lang="en-GB" dirty="0"/>
              <a:t>Visualizations</a:t>
            </a:r>
            <a:endParaRPr dirty="0"/>
          </a:p>
        </p:txBody>
      </p:sp>
      <p:sp>
        <p:nvSpPr>
          <p:cNvPr id="115" name="Google Shape;115;p18">
            <a:extLst>
              <a:ext uri="{FF2B5EF4-FFF2-40B4-BE49-F238E27FC236}">
                <a16:creationId xmlns:a16="http://schemas.microsoft.com/office/drawing/2014/main" id="{DBB0A7AA-46F4-C3B1-87D9-F1F2A40B0021}"/>
              </a:ext>
            </a:extLst>
          </p:cNvPr>
          <p:cNvSpPr txBox="1">
            <a:spLocks noGrp="1"/>
          </p:cNvSpPr>
          <p:nvPr>
            <p:ph type="ftr" idx="11"/>
          </p:nvPr>
        </p:nvSpPr>
        <p:spPr>
          <a:xfrm>
            <a:off x="965289" y="791022"/>
            <a:ext cx="7176911" cy="230832"/>
          </a:xfrm>
          <a:prstGeom prst="rect">
            <a:avLst/>
          </a:prstGeom>
          <a:noFill/>
          <a:ln>
            <a:noFill/>
          </a:ln>
        </p:spPr>
        <p:txBody>
          <a:bodyPr spcFirstLastPara="1" wrap="square" lIns="0" tIns="0" rIns="0" bIns="0" anchor="t" anchorCtr="0">
            <a:noAutofit/>
          </a:bodyPr>
          <a:lstStyle/>
          <a:p>
            <a:r>
              <a:rPr lang="en-GB" dirty="0"/>
              <a:t>7COM1079-0901-2025  Student Group No: A 102</a:t>
            </a:r>
            <a:endParaRPr dirty="0"/>
          </a:p>
        </p:txBody>
      </p:sp>
      <p:sp>
        <p:nvSpPr>
          <p:cNvPr id="116" name="Google Shape;116;p18">
            <a:extLst>
              <a:ext uri="{FF2B5EF4-FFF2-40B4-BE49-F238E27FC236}">
                <a16:creationId xmlns:a16="http://schemas.microsoft.com/office/drawing/2014/main" id="{68DEB2BE-DFDF-D439-9BBF-D23335220690}"/>
              </a:ext>
            </a:extLst>
          </p:cNvPr>
          <p:cNvSpPr txBox="1">
            <a:spLocks noGrp="1"/>
          </p:cNvSpPr>
          <p:nvPr>
            <p:ph type="sldNum" idx="12"/>
          </p:nvPr>
        </p:nvSpPr>
        <p:spPr>
          <a:xfrm>
            <a:off x="10616400" y="791022"/>
            <a:ext cx="622800" cy="230832"/>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en-GB"/>
              <a:t>3</a:t>
            </a:r>
            <a:endParaRPr/>
          </a:p>
        </p:txBody>
      </p:sp>
      <p:sp>
        <p:nvSpPr>
          <p:cNvPr id="3" name="Title 2">
            <a:extLst>
              <a:ext uri="{FF2B5EF4-FFF2-40B4-BE49-F238E27FC236}">
                <a16:creationId xmlns:a16="http://schemas.microsoft.com/office/drawing/2014/main" id="{4B28088D-8C89-CDA8-808F-D2709E4F0C72}"/>
              </a:ext>
            </a:extLst>
          </p:cNvPr>
          <p:cNvSpPr>
            <a:spLocks noGrp="1"/>
          </p:cNvSpPr>
          <p:nvPr>
            <p:ph type="ctrTitle"/>
          </p:nvPr>
        </p:nvSpPr>
        <p:spPr>
          <a:xfrm>
            <a:off x="965289" y="2328863"/>
            <a:ext cx="3818025" cy="771526"/>
          </a:xfrm>
        </p:spPr>
        <p:txBody>
          <a:bodyPr>
            <a:normAutofit fontScale="90000"/>
          </a:bodyPr>
          <a:lstStyle/>
          <a:p>
            <a:r>
              <a:rPr lang="en-US" sz="2400" dirty="0"/>
              <a:t>Boxplot of Proportion of Own Goals by Decade</a:t>
            </a:r>
          </a:p>
        </p:txBody>
      </p:sp>
      <p:pic>
        <p:nvPicPr>
          <p:cNvPr id="6" name="Picture 5" descr="A graph of different colored squares&#10;&#10;AI-generated content may be incorrect.">
            <a:extLst>
              <a:ext uri="{FF2B5EF4-FFF2-40B4-BE49-F238E27FC236}">
                <a16:creationId xmlns:a16="http://schemas.microsoft.com/office/drawing/2014/main" id="{472B018B-2E4A-6E63-2A37-87C71C7CC57E}"/>
              </a:ext>
            </a:extLst>
          </p:cNvPr>
          <p:cNvPicPr>
            <a:picLocks noChangeAspect="1"/>
          </p:cNvPicPr>
          <p:nvPr/>
        </p:nvPicPr>
        <p:blipFill>
          <a:blip r:embed="rId3"/>
          <a:stretch>
            <a:fillRect/>
          </a:stretch>
        </p:blipFill>
        <p:spPr>
          <a:xfrm>
            <a:off x="4494918" y="1382597"/>
            <a:ext cx="7349419" cy="4460841"/>
          </a:xfrm>
          <a:prstGeom prst="rect">
            <a:avLst/>
          </a:prstGeom>
        </p:spPr>
      </p:pic>
    </p:spTree>
    <p:extLst>
      <p:ext uri="{BB962C8B-B14F-4D97-AF65-F5344CB8AC3E}">
        <p14:creationId xmlns:p14="http://schemas.microsoft.com/office/powerpoint/2010/main" val="543768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4" name="Google Shape;124;p19"/>
          <p:cNvSpPr txBox="1">
            <a:spLocks noGrp="1"/>
          </p:cNvSpPr>
          <p:nvPr>
            <p:ph type="sldNum" idx="12"/>
          </p:nvPr>
        </p:nvSpPr>
        <p:spPr>
          <a:xfrm>
            <a:off x="11269543" y="284375"/>
            <a:ext cx="558281" cy="221244"/>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en-GB"/>
              <a:t>4</a:t>
            </a:r>
            <a:endParaRPr/>
          </a:p>
        </p:txBody>
      </p:sp>
      <p:sp>
        <p:nvSpPr>
          <p:cNvPr id="125" name="Google Shape;125;p19"/>
          <p:cNvSpPr txBox="1">
            <a:spLocks noGrp="1"/>
          </p:cNvSpPr>
          <p:nvPr>
            <p:ph type="ctrTitle"/>
          </p:nvPr>
        </p:nvSpPr>
        <p:spPr>
          <a:xfrm>
            <a:off x="278101" y="851304"/>
            <a:ext cx="4751099" cy="4406497"/>
          </a:xfrm>
          <a:prstGeom prst="rect">
            <a:avLst/>
          </a:prstGeom>
          <a:noFill/>
          <a:ln w="9525" cap="flat" cmpd="sng">
            <a:solidFill>
              <a:schemeClr val="accent1"/>
            </a:solidFill>
            <a:prstDash val="solid"/>
            <a:round/>
            <a:headEnd type="none" w="sm" len="sm"/>
            <a:tailEnd type="none" w="sm" len="sm"/>
          </a:ln>
        </p:spPr>
        <p:txBody>
          <a:bodyPr spcFirstLastPara="1" wrap="square" lIns="0" tIns="0" rIns="0" bIns="0" anchor="t" anchorCtr="0">
            <a:normAutofit fontScale="90000"/>
          </a:bodyPr>
          <a:lstStyle/>
          <a:p>
            <a:r>
              <a:rPr lang="en-US" sz="3100" dirty="0"/>
              <a:t>Analysis and Results </a:t>
            </a:r>
            <a:br>
              <a:rPr lang="en-US" sz="2800" dirty="0"/>
            </a:br>
            <a:br>
              <a:rPr lang="en-US" sz="2800" dirty="0"/>
            </a:br>
            <a:r>
              <a:rPr lang="en-US" sz="2400" dirty="0"/>
              <a:t>Wilcoxon rank-sum test (non-parametric due to non-normality): W = 120785, p-value = 0.1845 (&gt;0.05). Fail to reject H0 – no significant difference in averages (regular: 49.86, own: 45.79).</a:t>
            </a:r>
            <a:br>
              <a:rPr lang="en-US" sz="2400" dirty="0"/>
            </a:br>
            <a:r>
              <a:rPr lang="en-US" sz="2400" dirty="0"/>
              <a:t>Additional: Own goals 2.93% overall; slight increase over years; similar home/away.</a:t>
            </a:r>
            <a:endParaRPr lang="en-US" sz="2800" dirty="0">
              <a:effectLst/>
            </a:endParaRPr>
          </a:p>
        </p:txBody>
      </p:sp>
      <p:pic>
        <p:nvPicPr>
          <p:cNvPr id="3" name="Picture 2" descr="A graph of a number of goals&#10;&#10;AI-generated content may be incorrect.">
            <a:extLst>
              <a:ext uri="{FF2B5EF4-FFF2-40B4-BE49-F238E27FC236}">
                <a16:creationId xmlns:a16="http://schemas.microsoft.com/office/drawing/2014/main" id="{B91C4569-A208-2557-47C0-2FCA55AB8563}"/>
              </a:ext>
            </a:extLst>
          </p:cNvPr>
          <p:cNvPicPr>
            <a:picLocks noChangeAspect="1"/>
          </p:cNvPicPr>
          <p:nvPr/>
        </p:nvPicPr>
        <p:blipFill>
          <a:blip r:embed="rId3"/>
          <a:stretch>
            <a:fillRect/>
          </a:stretch>
        </p:blipFill>
        <p:spPr>
          <a:xfrm>
            <a:off x="5143500" y="1585912"/>
            <a:ext cx="6896099" cy="46386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1DE5F914-FEB0-4CAA-476F-35AFCBAE9270}"/>
            </a:ext>
          </a:extLst>
        </p:cNvPr>
        <p:cNvGrpSpPr/>
        <p:nvPr/>
      </p:nvGrpSpPr>
      <p:grpSpPr>
        <a:xfrm>
          <a:off x="0" y="0"/>
          <a:ext cx="0" cy="0"/>
          <a:chOff x="0" y="0"/>
          <a:chExt cx="0" cy="0"/>
        </a:xfrm>
      </p:grpSpPr>
      <p:sp>
        <p:nvSpPr>
          <p:cNvPr id="114" name="Google Shape;114;p18">
            <a:extLst>
              <a:ext uri="{FF2B5EF4-FFF2-40B4-BE49-F238E27FC236}">
                <a16:creationId xmlns:a16="http://schemas.microsoft.com/office/drawing/2014/main" id="{06C071CF-2BA5-5B4E-61D8-22FD57F9AD57}"/>
              </a:ext>
            </a:extLst>
          </p:cNvPr>
          <p:cNvSpPr txBox="1">
            <a:spLocks noGrp="1"/>
          </p:cNvSpPr>
          <p:nvPr>
            <p:ph type="subTitle" idx="1"/>
          </p:nvPr>
        </p:nvSpPr>
        <p:spPr>
          <a:xfrm>
            <a:off x="965288" y="1610082"/>
            <a:ext cx="9753625" cy="230832"/>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2"/>
              </a:buClr>
              <a:buSzPts val="3600"/>
              <a:buNone/>
            </a:pPr>
            <a:r>
              <a:rPr lang="en-GB" dirty="0" err="1"/>
              <a:t>Github</a:t>
            </a:r>
            <a:r>
              <a:rPr lang="en-GB" dirty="0"/>
              <a:t> Link</a:t>
            </a:r>
            <a:endParaRPr dirty="0"/>
          </a:p>
        </p:txBody>
      </p:sp>
      <p:sp>
        <p:nvSpPr>
          <p:cNvPr id="115" name="Google Shape;115;p18">
            <a:extLst>
              <a:ext uri="{FF2B5EF4-FFF2-40B4-BE49-F238E27FC236}">
                <a16:creationId xmlns:a16="http://schemas.microsoft.com/office/drawing/2014/main" id="{651FD449-1B94-4666-2C55-36AD6C712094}"/>
              </a:ext>
            </a:extLst>
          </p:cNvPr>
          <p:cNvSpPr txBox="1">
            <a:spLocks noGrp="1"/>
          </p:cNvSpPr>
          <p:nvPr>
            <p:ph type="ftr" idx="11"/>
          </p:nvPr>
        </p:nvSpPr>
        <p:spPr>
          <a:xfrm>
            <a:off x="965289" y="791022"/>
            <a:ext cx="7176911" cy="230832"/>
          </a:xfrm>
          <a:prstGeom prst="rect">
            <a:avLst/>
          </a:prstGeom>
          <a:noFill/>
          <a:ln>
            <a:noFill/>
          </a:ln>
        </p:spPr>
        <p:txBody>
          <a:bodyPr spcFirstLastPara="1" wrap="square" lIns="0" tIns="0" rIns="0" bIns="0" anchor="t" anchorCtr="0">
            <a:noAutofit/>
          </a:bodyPr>
          <a:lstStyle/>
          <a:p>
            <a:r>
              <a:rPr lang="en-GB" dirty="0"/>
              <a:t>7COM1079-0901-2025  Student Group No: A 102</a:t>
            </a:r>
            <a:endParaRPr dirty="0"/>
          </a:p>
        </p:txBody>
      </p:sp>
      <p:sp>
        <p:nvSpPr>
          <p:cNvPr id="116" name="Google Shape;116;p18">
            <a:extLst>
              <a:ext uri="{FF2B5EF4-FFF2-40B4-BE49-F238E27FC236}">
                <a16:creationId xmlns:a16="http://schemas.microsoft.com/office/drawing/2014/main" id="{BEEC2187-16DE-455B-4A21-763E87271B31}"/>
              </a:ext>
            </a:extLst>
          </p:cNvPr>
          <p:cNvSpPr txBox="1">
            <a:spLocks noGrp="1"/>
          </p:cNvSpPr>
          <p:nvPr>
            <p:ph type="sldNum" idx="12"/>
          </p:nvPr>
        </p:nvSpPr>
        <p:spPr>
          <a:xfrm>
            <a:off x="10616400" y="791022"/>
            <a:ext cx="622800" cy="230832"/>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en-GB"/>
              <a:t>3</a:t>
            </a:r>
            <a:endParaRPr/>
          </a:p>
        </p:txBody>
      </p:sp>
      <p:sp>
        <p:nvSpPr>
          <p:cNvPr id="3" name="Title 2">
            <a:extLst>
              <a:ext uri="{FF2B5EF4-FFF2-40B4-BE49-F238E27FC236}">
                <a16:creationId xmlns:a16="http://schemas.microsoft.com/office/drawing/2014/main" id="{FDA3F4DF-3ED2-A2DB-A364-4F2367FFB8F4}"/>
              </a:ext>
            </a:extLst>
          </p:cNvPr>
          <p:cNvSpPr>
            <a:spLocks noGrp="1"/>
          </p:cNvSpPr>
          <p:nvPr>
            <p:ph type="ctrTitle"/>
          </p:nvPr>
        </p:nvSpPr>
        <p:spPr>
          <a:xfrm>
            <a:off x="1396912" y="3429000"/>
            <a:ext cx="9322001" cy="771526"/>
          </a:xfrm>
        </p:spPr>
        <p:txBody>
          <a:bodyPr>
            <a:normAutofit fontScale="90000"/>
          </a:bodyPr>
          <a:lstStyle/>
          <a:p>
            <a:r>
              <a:rPr lang="en-US" sz="2400" dirty="0">
                <a:hlinkClick r:id="rId3"/>
              </a:rPr>
              <a:t>https://github.com/vishalmadhira24/7COM1079-0901-2025-Project</a:t>
            </a:r>
            <a:endParaRPr lang="en-US" sz="2400" dirty="0"/>
          </a:p>
        </p:txBody>
      </p:sp>
    </p:spTree>
    <p:extLst>
      <p:ext uri="{BB962C8B-B14F-4D97-AF65-F5344CB8AC3E}">
        <p14:creationId xmlns:p14="http://schemas.microsoft.com/office/powerpoint/2010/main" val="2905142092"/>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TotalTime>
  <Words>708</Words>
  <Application>Microsoft Office PowerPoint</Application>
  <PresentationFormat>Widescreen</PresentationFormat>
  <Paragraphs>45</Paragraphs>
  <Slides>8</Slides>
  <Notes>8</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Herts Theme</vt:lpstr>
      <vt:lpstr>Research Question –  Is there a difference in the mean of minute (goal timing) between own goals and regular goals?  Date: 11/12/2025  </vt:lpstr>
      <vt:lpstr>This dataset is interesting to us because it provides detailed goal-scoring data from women's international football matches from 1984 to 2025, allowing us to analyze timing patterns, own-goal occurrences, and trends over time to inform strategies in women's sports analytics.  Our Independent variable is: Own Goal Status (TRUE/FALSE)This Independent variable datatype is: Nominal/Categorical Our Dependent variable is: Minute of Goal This Dependent variable datatype is: Interval/Measurement Data</vt:lpstr>
      <vt:lpstr> “Is the average minute at which own goals are scored different from the average minute at which regular goals are scored in women's international football matches?  ”Null Hypothesis (H₀): The average minute at which own goals are scored is equal to the average minute at which regular goals are scored in women's international football matches. Alternative Hypothesis (H₁): The average minute at which own goals are scored is not equal to the average minute at which regular goals are scored in women's international football matches.</vt:lpstr>
      <vt:lpstr> Sanmiguel-Codina et al. (2025): Analyzed 95 goals in UEFA Women's EURO 2022, finding assists from lateral corridors and shots from central zones, many aerial and first-touch; highlighted second-half goals but limited focus on own goals as errors. Martínez-Hernández et al. (2024): Examined movements in Women's Super League, identifying linear motions as predominant before goals, with role-specific differences in intensities; emphasized high-intensity actions and potential late-match defensive errors.  Mesquita et al. (2023): Analyzed 174 goals from elite teams, revealing most from organized attacks and set pieces, with mid-match peaks; called for deeper temporal analysis of errors like own goals in women's football. </vt:lpstr>
      <vt:lpstr>Histogram showing Goal minutes by Own Goal status</vt:lpstr>
      <vt:lpstr>Boxplot of Proportion of Own Goals by Decade</vt:lpstr>
      <vt:lpstr>Analysis and Results   Wilcoxon rank-sum test (non-parametric due to non-normality): W = 120785, p-value = 0.1845 (&gt;0.05). Fail to reject H0 – no significant difference in averages (regular: 49.86, own: 45.79). Additional: Own goals 2.93% overall; slight increase over years; similar home/away.</vt:lpstr>
      <vt:lpstr>https://github.com/vishalmadhira24/7COM1079-0901-2025-Project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Mukkala, Pavan Kumar [Student-PECS]</dc:creator>
  <cp:lastModifiedBy>Asjad Iftikhar</cp:lastModifiedBy>
  <cp:revision>42</cp:revision>
  <dcterms:modified xsi:type="dcterms:W3CDTF">2025-12-12T06:09:47Z</dcterms:modified>
</cp:coreProperties>
</file>